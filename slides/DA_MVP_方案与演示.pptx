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b6403e43c5f4850" /><Relationship Type="http://schemas.openxmlformats.org/officeDocument/2006/relationships/extended-properties" Target="/docProps/app.xml" Id="R87075ae16dda4d88" /><Relationship Type="http://schemas.openxmlformats.org/officeDocument/2006/relationships/officeDocument" Target="/ppt/presentation.xml" Id="R46040deaeef5442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b73fdf2d765416f"/>
  </p:sldMasterIdLst>
  <p:notesMasterIdLst>
    <p:notesMasterId xmlns:r="http://schemas.openxmlformats.org/officeDocument/2006/relationships" r:id="R7a18df5ad4e94638"/>
  </p:notesMasterIdLst>
  <p:sldIdLst>
    <p:sldId xmlns:r="http://schemas.openxmlformats.org/officeDocument/2006/relationships" id="256" r:id="Rba9b1ba5ed584f85"/>
    <p:sldId xmlns:r="http://schemas.openxmlformats.org/officeDocument/2006/relationships" id="257" r:id="R6b0f0874ba8144cb"/>
    <p:sldId xmlns:r="http://schemas.openxmlformats.org/officeDocument/2006/relationships" id="258" r:id="Raf00b1fd83534a27"/>
    <p:sldId xmlns:r="http://schemas.openxmlformats.org/officeDocument/2006/relationships" id="259" r:id="R9955129712524610"/>
    <p:sldId xmlns:r="http://schemas.openxmlformats.org/officeDocument/2006/relationships" id="260" r:id="R7e088de43baa4178"/>
    <p:sldId xmlns:r="http://schemas.openxmlformats.org/officeDocument/2006/relationships" id="261" r:id="Rca70e91baa7e4454"/>
    <p:sldId xmlns:r="http://schemas.openxmlformats.org/officeDocument/2006/relationships" id="262" r:id="R79e2414cbfb74320"/>
    <p:sldId xmlns:r="http://schemas.openxmlformats.org/officeDocument/2006/relationships" id="263" r:id="R40ec3c88152d426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eeedc84dc3a4f85" /><Relationship Type="http://schemas.openxmlformats.org/officeDocument/2006/relationships/slideMaster" Target="/ppt/slideMasters/slideMaster1.xml" Id="R7b73fdf2d765416f" /><Relationship Type="http://schemas.openxmlformats.org/officeDocument/2006/relationships/notesMaster" Target="/ppt/notesMasters/notesMaster1.xml" Id="R7a18df5ad4e94638" /><Relationship Type="http://schemas.openxmlformats.org/officeDocument/2006/relationships/presProps" Target="/ppt/presProps.xml" Id="R59ed4bfabed043a9" /><Relationship Type="http://schemas.openxmlformats.org/officeDocument/2006/relationships/tableStyles" Target="/ppt/tableStyles.xml" Id="R0a5bd114df5f41bb" /><Relationship Type="http://schemas.openxmlformats.org/officeDocument/2006/relationships/slide" Target="/ppt/slides/slide1.xml" Id="Rba9b1ba5ed584f85" /><Relationship Type="http://schemas.openxmlformats.org/officeDocument/2006/relationships/slide" Target="/ppt/slides/slide2.xml" Id="R6b0f0874ba8144cb" /><Relationship Type="http://schemas.openxmlformats.org/officeDocument/2006/relationships/slide" Target="/ppt/slides/slide3.xml" Id="Raf00b1fd83534a27" /><Relationship Type="http://schemas.openxmlformats.org/officeDocument/2006/relationships/slide" Target="/ppt/slides/slide4.xml" Id="R9955129712524610" /><Relationship Type="http://schemas.openxmlformats.org/officeDocument/2006/relationships/slide" Target="/ppt/slides/slide5.xml" Id="R7e088de43baa4178" /><Relationship Type="http://schemas.openxmlformats.org/officeDocument/2006/relationships/slide" Target="/ppt/slides/slide6.xml" Id="Rca70e91baa7e4454" /><Relationship Type="http://schemas.openxmlformats.org/officeDocument/2006/relationships/slide" Target="/ppt/slides/slide7.xml" Id="R79e2414cbfb74320" /><Relationship Type="http://schemas.openxmlformats.org/officeDocument/2006/relationships/slide" Target="/ppt/slides/slide8.xml" Id="R40ec3c88152d426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3450e5246d546d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66d5682d22f4ede" /><Relationship Type="http://schemas.openxmlformats.org/officeDocument/2006/relationships/notesMaster" Target="/ppt/notesMasters/notesMaster1.xml" Id="R2419549749c546e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ba69087d02244f3" /><Relationship Type="http://schemas.openxmlformats.org/officeDocument/2006/relationships/notesMaster" Target="/ppt/notesMasters/notesMaster1.xml" Id="R815a18384ea3409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262948fe7bb477c" /><Relationship Type="http://schemas.openxmlformats.org/officeDocument/2006/relationships/notesMaster" Target="/ppt/notesMasters/notesMaster1.xml" Id="R11c31dee2eaf4a6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dd79e82c425473e" /><Relationship Type="http://schemas.openxmlformats.org/officeDocument/2006/relationships/notesMaster" Target="/ppt/notesMasters/notesMaster1.xml" Id="R5db54e7e8b3844a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862d7d545a84df9" /><Relationship Type="http://schemas.openxmlformats.org/officeDocument/2006/relationships/notesMaster" Target="/ppt/notesMasters/notesMaster1.xml" Id="Rb6c7a89f617042c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b6a884070184208" /><Relationship Type="http://schemas.openxmlformats.org/officeDocument/2006/relationships/notesMaster" Target="/ppt/notesMasters/notesMaster1.xml" Id="R75610a039a8c4b4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6ad476adf2d40a1" /><Relationship Type="http://schemas.openxmlformats.org/officeDocument/2006/relationships/notesMaster" Target="/ppt/notesMasters/notesMaster1.xml" Id="R4cf1cda9b9e9498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8a0ece64d0d42b6" /><Relationship Type="http://schemas.openxmlformats.org/officeDocument/2006/relationships/notesMaster" Target="/ppt/notesMasters/notesMaster1.xml" Id="Rf9c9ae2b0f24428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5548d4d02924f6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71e357719e4428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e0f0a691ae14a7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cd41bce34fe42d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83b9f7ad5dd496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1176f3463cb4c4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557610C-F879-4515-81B9-8E800BB754D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C285BD27-45BE-4FA5-BB24-D90E4960166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E8858797-3711-4830-AC33-02F3622DB3C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CEE4C70-6734-4322-AFB2-0B10B347555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B8468135-60C6-486B-AAC6-B2E86D35FEC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8584EB9-F8E2-445D-A818-E7A6EB18E26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CD214B1-5283-4CFF-96CF-DF340CE1320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9E7C95A2-8647-4E98-BB62-5A4F6B8394F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0D0FDDF-09B2-4542-8D20-EA6A0012078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64CD4F1-26C0-4914-BE2F-187112DDA93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e1e0942150f4aec" /><Relationship Type="http://schemas.openxmlformats.org/officeDocument/2006/relationships/slideLayout" Target="/ppt/slideLayouts/slideLayout1.xml" Id="R4479144b6bd54b89" /><Relationship Type="http://schemas.openxmlformats.org/officeDocument/2006/relationships/slideLayout" Target="/ppt/slideLayouts/slideLayout2.xml" Id="R58a5a30685ad4d2b" /><Relationship Type="http://schemas.openxmlformats.org/officeDocument/2006/relationships/slideLayout" Target="/ppt/slideLayouts/slideLayout3.xml" Id="Re34a054065a6465c" /><Relationship Type="http://schemas.openxmlformats.org/officeDocument/2006/relationships/slideLayout" Target="/ppt/slideLayouts/slideLayout4.xml" Id="Rce4fef2e870242e6" /><Relationship Type="http://schemas.openxmlformats.org/officeDocument/2006/relationships/slideLayout" Target="/ppt/slideLayouts/slideLayout5.xml" Id="Rc2f625f335f04c68" /><Relationship Type="http://schemas.openxmlformats.org/officeDocument/2006/relationships/slideLayout" Target="/ppt/slideLayouts/slideLayout6.xml" Id="Re241c9f814ba499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479144b6bd54b89"/>
    <p:sldLayoutId xmlns:r="http://schemas.openxmlformats.org/officeDocument/2006/relationships" id="2147483650" r:id="R58a5a30685ad4d2b"/>
    <p:sldLayoutId xmlns:r="http://schemas.openxmlformats.org/officeDocument/2006/relationships" id="2147483651" r:id="Re34a054065a6465c"/>
    <p:sldLayoutId xmlns:r="http://schemas.openxmlformats.org/officeDocument/2006/relationships" id="2147483652" r:id="Rce4fef2e870242e6"/>
    <p:sldLayoutId xmlns:r="http://schemas.openxmlformats.org/officeDocument/2006/relationships" id="2147483653" r:id="Rc2f625f335f04c68"/>
    <p:sldLayoutId xmlns:r="http://schemas.openxmlformats.org/officeDocument/2006/relationships" id="2147483654" r:id="Re241c9f814ba499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6fa56cc38e94dcd" /><Relationship Type="http://schemas.openxmlformats.org/officeDocument/2006/relationships/notesSlide" Target="/ppt/notesSlides/notesSlide1.xml" Id="R1d0b5e4a8dd7446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ae1dd2086ce4eb6" /><Relationship Type="http://schemas.openxmlformats.org/officeDocument/2006/relationships/notesSlide" Target="/ppt/notesSlides/notesSlide2.xml" Id="R4fd437d3da6540f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9c515c268034141" /><Relationship Type="http://schemas.openxmlformats.org/officeDocument/2006/relationships/notesSlide" Target="/ppt/notesSlides/notesSlide3.xml" Id="R31e81853753943e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18dadc5bf394aa0" /><Relationship Type="http://schemas.openxmlformats.org/officeDocument/2006/relationships/notesSlide" Target="/ppt/notesSlides/notesSlide4.xml" Id="Rc5a6ca98cd1a4f9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98d82b19595484e" /><Relationship Type="http://schemas.openxmlformats.org/officeDocument/2006/relationships/notesSlide" Target="/ppt/notesSlides/notesSlide5.xml" Id="R4487c42142f1442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d878d8d2e1e495c" /><Relationship Type="http://schemas.openxmlformats.org/officeDocument/2006/relationships/notesSlide" Target="/ppt/notesSlides/notesSlide6.xml" Id="R5f5947c445eb435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d2570535ce643ef" /><Relationship Type="http://schemas.openxmlformats.org/officeDocument/2006/relationships/notesSlide" Target="/ppt/notesSlides/notesSlide7.xml" Id="R3a8ffcc7475f49c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0c2988e10e042f9" /><Relationship Type="http://schemas.openxmlformats.org/officeDocument/2006/relationships/notesSlide" Target="/ppt/notesSlides/notesSlide8.xml" Id="Rc0031faaa70e41f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2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771780-7008-4E43-9472-9C5E6AA72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A6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D7243B-60A3-4BFD-870F-97DD90592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33500"/>
            <a:ext cx="10477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350" b="1">
                <a:solidFill>
                  <a:srgbClr val="FFFFFF"/>
                </a:solidFill>
              </a:defRPr>
            </a:defPPr>
            <a:lvl1pPr>
              <a:defRPr sz="4350" b="1">
                <a:solidFill>
                  <a:srgbClr val="FFFFFF"/>
                </a:solidFill>
              </a:defRPr>
            </a:lvl1pPr>
            <a:lvl2pPr>
              <a:defRPr sz="4350" b="1">
                <a:solidFill>
                  <a:srgbClr val="FFFFFF"/>
                </a:solidFill>
              </a:defRPr>
            </a:lvl2pPr>
            <a:lvl3pPr>
              <a:defRPr sz="4350" b="1">
                <a:solidFill>
                  <a:srgbClr val="FFFFFF"/>
                </a:solidFill>
              </a:defRPr>
            </a:lvl3pPr>
            <a:lvl4pPr>
              <a:defRPr sz="4350" b="1">
                <a:solidFill>
                  <a:srgbClr val="FFFFFF"/>
                </a:solidFill>
              </a:defRPr>
            </a:lvl4pPr>
            <a:lvl5pPr>
              <a:defRPr sz="4350" b="1">
                <a:solidFill>
                  <a:srgbClr val="FFFFFF"/>
                </a:solidFill>
              </a:defRPr>
            </a:lvl5pPr>
            <a:lvl6pPr>
              <a:defRPr sz="4350" b="1">
                <a:solidFill>
                  <a:srgbClr val="FFFFFF"/>
                </a:solidFill>
              </a:defRPr>
            </a:lvl6pPr>
            <a:lvl7pPr>
              <a:defRPr sz="4350" b="1">
                <a:solidFill>
                  <a:srgbClr val="FFFFFF"/>
                </a:solidFill>
              </a:defRPr>
            </a:lvl7pPr>
            <a:lvl8pPr>
              <a:defRPr sz="4350" b="1">
                <a:solidFill>
                  <a:srgbClr val="FFFFFF"/>
                </a:solidFill>
              </a:defRPr>
            </a:lvl8pPr>
            <a:lvl9pPr>
              <a:defRPr sz="43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4350" b="1">
                <a:solidFill>
                  <a:srgbClr val="FFFFFF"/>
                </a:solidFill>
              </a:defRPr>
            </a:pPr>
            <a:r>
              <a:rPr sz="4350" b="1">
                <a:solidFill>
                  <a:srgbClr val="FFFFFF"/>
                </a:solidFill>
              </a:rPr>
              <a:t>Driving Assistant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8B14C5-98CE-42AE-9635-4BE9C3741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38375"/>
            <a:ext cx="1000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0">
                <a:solidFill>
                  <a:srgbClr val="FFFFFF"/>
                </a:solidFill>
              </a:defRPr>
            </a:defPPr>
            <a:lvl1pPr>
              <a:defRPr sz="2550" b="0">
                <a:solidFill>
                  <a:srgbClr val="FFFFFF"/>
                </a:solidFill>
              </a:defRPr>
            </a:lvl1pPr>
            <a:lvl2pPr>
              <a:defRPr sz="2550" b="0">
                <a:solidFill>
                  <a:srgbClr val="FFFFFF"/>
                </a:solidFill>
              </a:defRPr>
            </a:lvl2pPr>
            <a:lvl3pPr>
              <a:defRPr sz="2550" b="0">
                <a:solidFill>
                  <a:srgbClr val="FFFFFF"/>
                </a:solidFill>
              </a:defRPr>
            </a:lvl3pPr>
            <a:lvl4pPr>
              <a:defRPr sz="2550" b="0">
                <a:solidFill>
                  <a:srgbClr val="FFFFFF"/>
                </a:solidFill>
              </a:defRPr>
            </a:lvl4pPr>
            <a:lvl5pPr>
              <a:defRPr sz="2550" b="0">
                <a:solidFill>
                  <a:srgbClr val="FFFFFF"/>
                </a:solidFill>
              </a:defRPr>
            </a:lvl5pPr>
            <a:lvl6pPr>
              <a:defRPr sz="2550" b="0">
                <a:solidFill>
                  <a:srgbClr val="FFFFFF"/>
                </a:solidFill>
              </a:defRPr>
            </a:lvl6pPr>
            <a:lvl7pPr>
              <a:defRPr sz="2550" b="0">
                <a:solidFill>
                  <a:srgbClr val="FFFFFF"/>
                </a:solidFill>
              </a:defRPr>
            </a:lvl7pPr>
            <a:lvl8pPr>
              <a:defRPr sz="2550" b="0">
                <a:solidFill>
                  <a:srgbClr val="FFFFFF"/>
                </a:solidFill>
              </a:defRPr>
            </a:lvl8pPr>
            <a:lvl9pPr>
              <a:defRPr sz="2550" b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FFFFFF"/>
                </a:solidFill>
              </a:defRPr>
            </a:pPr>
            <a:r>
              <a:rPr sz="2550" b="0">
                <a:solidFill>
                  <a:srgbClr val="FFFFFF"/>
                </a:solidFill>
              </a:rPr>
              <a:t>驾驶助手 MVP：方案与离线演示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F50037-576F-4AD2-9223-0EAEFE134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71850"/>
            <a:ext cx="51911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A6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28A521-414A-4A3B-B777-1082A30B2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81425"/>
            <a:ext cx="9334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C7DAEF"/>
                </a:solidFill>
              </a:defRPr>
            </a:defPPr>
            <a:lvl1pPr>
              <a:defRPr sz="1725" b="0">
                <a:solidFill>
                  <a:srgbClr val="C7DAEF"/>
                </a:solidFill>
              </a:defRPr>
            </a:lvl1pPr>
            <a:lvl2pPr>
              <a:defRPr sz="1725" b="0">
                <a:solidFill>
                  <a:srgbClr val="C7DAEF"/>
                </a:solidFill>
              </a:defRPr>
            </a:lvl2pPr>
            <a:lvl3pPr>
              <a:defRPr sz="1725" b="0">
                <a:solidFill>
                  <a:srgbClr val="C7DAEF"/>
                </a:solidFill>
              </a:defRPr>
            </a:lvl3pPr>
            <a:lvl4pPr>
              <a:defRPr sz="1725" b="0">
                <a:solidFill>
                  <a:srgbClr val="C7DAEF"/>
                </a:solidFill>
              </a:defRPr>
            </a:lvl4pPr>
            <a:lvl5pPr>
              <a:defRPr sz="1725" b="0">
                <a:solidFill>
                  <a:srgbClr val="C7DAEF"/>
                </a:solidFill>
              </a:defRPr>
            </a:lvl5pPr>
            <a:lvl6pPr>
              <a:defRPr sz="1725" b="0">
                <a:solidFill>
                  <a:srgbClr val="C7DAEF"/>
                </a:solidFill>
              </a:defRPr>
            </a:lvl6pPr>
            <a:lvl7pPr>
              <a:defRPr sz="1725" b="0">
                <a:solidFill>
                  <a:srgbClr val="C7DAEF"/>
                </a:solidFill>
              </a:defRPr>
            </a:lvl7pPr>
            <a:lvl8pPr>
              <a:defRPr sz="1725" b="0">
                <a:solidFill>
                  <a:srgbClr val="C7DAEF"/>
                </a:solidFill>
              </a:defRPr>
            </a:lvl8pPr>
            <a:lvl9pPr>
              <a:defRPr sz="1725" b="0">
                <a:solidFill>
                  <a:srgbClr val="C7DAEF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C7DAEF"/>
                </a:solidFill>
              </a:defRPr>
            </a:pPr>
            <a:r>
              <a:rPr sz="1725" b="0">
                <a:solidFill>
                  <a:srgbClr val="C7DAEF"/>
                </a:solidFill>
              </a:rPr>
              <a:t>PC 协同  ·  受限工具  ·  ADAS 安全边界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8C11EA-6539-432D-9085-C1FB2AF4B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01980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A8C2DD"/>
                </a:solidFill>
              </a:defRPr>
            </a:defPPr>
            <a:lvl1pPr>
              <a:defRPr sz="1275" b="0">
                <a:solidFill>
                  <a:srgbClr val="A8C2DD"/>
                </a:solidFill>
              </a:defRPr>
            </a:lvl1pPr>
            <a:lvl2pPr>
              <a:defRPr sz="1275" b="0">
                <a:solidFill>
                  <a:srgbClr val="A8C2DD"/>
                </a:solidFill>
              </a:defRPr>
            </a:lvl2pPr>
            <a:lvl3pPr>
              <a:defRPr sz="1275" b="0">
                <a:solidFill>
                  <a:srgbClr val="A8C2DD"/>
                </a:solidFill>
              </a:defRPr>
            </a:lvl3pPr>
            <a:lvl4pPr>
              <a:defRPr sz="1275" b="0">
                <a:solidFill>
                  <a:srgbClr val="A8C2DD"/>
                </a:solidFill>
              </a:defRPr>
            </a:lvl4pPr>
            <a:lvl5pPr>
              <a:defRPr sz="1275" b="0">
                <a:solidFill>
                  <a:srgbClr val="A8C2DD"/>
                </a:solidFill>
              </a:defRPr>
            </a:lvl5pPr>
            <a:lvl6pPr>
              <a:defRPr sz="1275" b="0">
                <a:solidFill>
                  <a:srgbClr val="A8C2DD"/>
                </a:solidFill>
              </a:defRPr>
            </a:lvl6pPr>
            <a:lvl7pPr>
              <a:defRPr sz="1275" b="0">
                <a:solidFill>
                  <a:srgbClr val="A8C2DD"/>
                </a:solidFill>
              </a:defRPr>
            </a:lvl7pPr>
            <a:lvl8pPr>
              <a:defRPr sz="1275" b="0">
                <a:solidFill>
                  <a:srgbClr val="A8C2DD"/>
                </a:solidFill>
              </a:defRPr>
            </a:lvl8pPr>
            <a:lvl9pPr>
              <a:defRPr sz="1275" b="0">
                <a:solidFill>
                  <a:srgbClr val="A8C2DD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A8C2DD"/>
                </a:solidFill>
              </a:defRPr>
            </a:pPr>
            <a:r>
              <a:rPr sz="1275" b="0">
                <a:solidFill>
                  <a:srgbClr val="A8C2DD"/>
                </a:solidFill>
              </a:rPr>
              <a:t>2026-10-26  |  内部评审稿</a:t>
            </a:r>
          </a:p>
        </p:txBody>
      </p:sp>
    </p:spTree>
    <p:extLst>
      <p:ext uri="{BB962C8B-B14F-4D97-AF65-F5344CB8AC3E}">
        <p14:creationId xmlns:p14="http://schemas.microsoft.com/office/powerpoint/2010/main" val="22742666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FB3DCC1-5169-4900-8C85-9610AF2FA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5C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39E6E0-7249-4D51-96DF-1FE5BEA8C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1000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0223A"/>
                </a:solidFill>
              </a:defRPr>
            </a:defPPr>
            <a:lvl1pPr>
              <a:defRPr sz="2550" b="1">
                <a:solidFill>
                  <a:srgbClr val="10223A"/>
                </a:solidFill>
              </a:defRPr>
            </a:lvl1pPr>
            <a:lvl2pPr>
              <a:defRPr sz="2550" b="1">
                <a:solidFill>
                  <a:srgbClr val="10223A"/>
                </a:solidFill>
              </a:defRPr>
            </a:lvl2pPr>
            <a:lvl3pPr>
              <a:defRPr sz="2550" b="1">
                <a:solidFill>
                  <a:srgbClr val="10223A"/>
                </a:solidFill>
              </a:defRPr>
            </a:lvl3pPr>
            <a:lvl4pPr>
              <a:defRPr sz="2550" b="1">
                <a:solidFill>
                  <a:srgbClr val="10223A"/>
                </a:solidFill>
              </a:defRPr>
            </a:lvl4pPr>
            <a:lvl5pPr>
              <a:defRPr sz="2550" b="1">
                <a:solidFill>
                  <a:srgbClr val="10223A"/>
                </a:solidFill>
              </a:defRPr>
            </a:lvl5pPr>
            <a:lvl6pPr>
              <a:defRPr sz="2550" b="1">
                <a:solidFill>
                  <a:srgbClr val="10223A"/>
                </a:solidFill>
              </a:defRPr>
            </a:lvl6pPr>
            <a:lvl7pPr>
              <a:defRPr sz="2550" b="1">
                <a:solidFill>
                  <a:srgbClr val="10223A"/>
                </a:solidFill>
              </a:defRPr>
            </a:lvl7pPr>
            <a:lvl8pPr>
              <a:defRPr sz="2550" b="1">
                <a:solidFill>
                  <a:srgbClr val="10223A"/>
                </a:solidFill>
              </a:defRPr>
            </a:lvl8pPr>
            <a:lvl9pPr>
              <a:defRPr sz="2550" b="1">
                <a:solidFill>
                  <a:srgbClr val="10223A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0223A"/>
                </a:solidFill>
              </a:defRPr>
            </a:pPr>
            <a:r>
              <a:rPr sz="2550" b="1">
                <a:solidFill>
                  <a:srgbClr val="10223A"/>
                </a:solidFill>
              </a:rPr>
              <a:t>产品定位：四 Agent 中的驾驶领域服务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AA1946-BCB6-445A-9192-6026ED823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9650"/>
            <a:ext cx="1066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C7084"/>
                </a:solidFill>
              </a:defRPr>
            </a:defPPr>
            <a:lvl1pPr>
              <a:defRPr sz="1350" b="0">
                <a:solidFill>
                  <a:srgbClr val="5C7084"/>
                </a:solidFill>
              </a:defRPr>
            </a:lvl1pPr>
            <a:lvl2pPr>
              <a:defRPr sz="1350" b="0">
                <a:solidFill>
                  <a:srgbClr val="5C7084"/>
                </a:solidFill>
              </a:defRPr>
            </a:lvl2pPr>
            <a:lvl3pPr>
              <a:defRPr sz="1350" b="0">
                <a:solidFill>
                  <a:srgbClr val="5C7084"/>
                </a:solidFill>
              </a:defRPr>
            </a:lvl3pPr>
            <a:lvl4pPr>
              <a:defRPr sz="1350" b="0">
                <a:solidFill>
                  <a:srgbClr val="5C7084"/>
                </a:solidFill>
              </a:defRPr>
            </a:lvl4pPr>
            <a:lvl5pPr>
              <a:defRPr sz="1350" b="0">
                <a:solidFill>
                  <a:srgbClr val="5C7084"/>
                </a:solidFill>
              </a:defRPr>
            </a:lvl5pPr>
            <a:lvl6pPr>
              <a:defRPr sz="1350" b="0">
                <a:solidFill>
                  <a:srgbClr val="5C7084"/>
                </a:solidFill>
              </a:defRPr>
            </a:lvl6pPr>
            <a:lvl7pPr>
              <a:defRPr sz="1350" b="0">
                <a:solidFill>
                  <a:srgbClr val="5C7084"/>
                </a:solidFill>
              </a:defRPr>
            </a:lvl7pPr>
            <a:lvl8pPr>
              <a:defRPr sz="1350" b="0">
                <a:solidFill>
                  <a:srgbClr val="5C7084"/>
                </a:solidFill>
              </a:defRPr>
            </a:lvl8pPr>
            <a:lvl9pPr>
              <a:defRPr sz="1350" b="0">
                <a:solidFill>
                  <a:srgbClr val="5C7084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C7084"/>
                </a:solidFill>
              </a:defRPr>
            </a:pPr>
            <a:r>
              <a:rPr sz="1350" b="0">
                <a:solidFill>
                  <a:srgbClr val="5C7084"/>
                </a:solidFill>
              </a:rPr>
              <a:t>DA 接收 PC 的驾驶领域请求，连接导航与 ADAS 状态，但不拥有车辆执行权。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BCA6DC-B3CE-45FC-B9DA-388FB0F44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19850"/>
            <a:ext cx="11010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1BD5B8-306D-44F9-9FAA-A285A38D0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86525"/>
            <a:ext cx="809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0">
                <a:solidFill>
                  <a:srgbClr val="5C7084"/>
                </a:solidFill>
              </a:defRPr>
            </a:defPPr>
            <a:lvl1pPr>
              <a:defRPr sz="825" b="0">
                <a:solidFill>
                  <a:srgbClr val="5C7084"/>
                </a:solidFill>
              </a:defRPr>
            </a:lvl1pPr>
            <a:lvl2pPr>
              <a:defRPr sz="825" b="0">
                <a:solidFill>
                  <a:srgbClr val="5C7084"/>
                </a:solidFill>
              </a:defRPr>
            </a:lvl2pPr>
            <a:lvl3pPr>
              <a:defRPr sz="825" b="0">
                <a:solidFill>
                  <a:srgbClr val="5C7084"/>
                </a:solidFill>
              </a:defRPr>
            </a:lvl3pPr>
            <a:lvl4pPr>
              <a:defRPr sz="825" b="0">
                <a:solidFill>
                  <a:srgbClr val="5C7084"/>
                </a:solidFill>
              </a:defRPr>
            </a:lvl4pPr>
            <a:lvl5pPr>
              <a:defRPr sz="825" b="0">
                <a:solidFill>
                  <a:srgbClr val="5C7084"/>
                </a:solidFill>
              </a:defRPr>
            </a:lvl5pPr>
            <a:lvl6pPr>
              <a:defRPr sz="825" b="0">
                <a:solidFill>
                  <a:srgbClr val="5C7084"/>
                </a:solidFill>
              </a:defRPr>
            </a:lvl6pPr>
            <a:lvl7pPr>
              <a:defRPr sz="825" b="0">
                <a:solidFill>
                  <a:srgbClr val="5C7084"/>
                </a:solidFill>
              </a:defRPr>
            </a:lvl7pPr>
            <a:lvl8pPr>
              <a:defRPr sz="825" b="0">
                <a:solidFill>
                  <a:srgbClr val="5C7084"/>
                </a:solidFill>
              </a:defRPr>
            </a:lvl8pPr>
            <a:lvl9pPr>
              <a:defRPr sz="825" b="0">
                <a:solidFill>
                  <a:srgbClr val="5C7084"/>
                </a:solidFill>
              </a:defRPr>
            </a:lvl9pPr>
          </a:lstStyle>
          <a:p xmlns:a="http://schemas.openxmlformats.org/drawingml/2006/main">
            <a:pPr>
              <a:defRPr sz="825" b="0">
                <a:solidFill>
                  <a:srgbClr val="5C7084"/>
                </a:solidFill>
              </a:defRPr>
            </a:pPr>
            <a:r>
              <a:rPr sz="825" b="0">
                <a:solidFill>
                  <a:srgbClr val="5C7084"/>
                </a:solidFill>
              </a:rPr>
              <a:t>DA MVP  |  仿真方案  |  2026-10-26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4D80E5-EE34-4B56-8967-270A2509A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0">
                <a:solidFill>
                  <a:srgbClr val="5C7084"/>
                </a:solidFill>
              </a:defRPr>
            </a:defPPr>
            <a:lvl1pPr>
              <a:defRPr sz="825" b="0">
                <a:solidFill>
                  <a:srgbClr val="5C7084"/>
                </a:solidFill>
              </a:defRPr>
            </a:lvl1pPr>
            <a:lvl2pPr>
              <a:defRPr sz="825" b="0">
                <a:solidFill>
                  <a:srgbClr val="5C7084"/>
                </a:solidFill>
              </a:defRPr>
            </a:lvl2pPr>
            <a:lvl3pPr>
              <a:defRPr sz="825" b="0">
                <a:solidFill>
                  <a:srgbClr val="5C7084"/>
                </a:solidFill>
              </a:defRPr>
            </a:lvl3pPr>
            <a:lvl4pPr>
              <a:defRPr sz="825" b="0">
                <a:solidFill>
                  <a:srgbClr val="5C7084"/>
                </a:solidFill>
              </a:defRPr>
            </a:lvl4pPr>
            <a:lvl5pPr>
              <a:defRPr sz="825" b="0">
                <a:solidFill>
                  <a:srgbClr val="5C7084"/>
                </a:solidFill>
              </a:defRPr>
            </a:lvl5pPr>
            <a:lvl6pPr>
              <a:defRPr sz="825" b="0">
                <a:solidFill>
                  <a:srgbClr val="5C7084"/>
                </a:solidFill>
              </a:defRPr>
            </a:lvl6pPr>
            <a:lvl7pPr>
              <a:defRPr sz="825" b="0">
                <a:solidFill>
                  <a:srgbClr val="5C7084"/>
                </a:solidFill>
              </a:defRPr>
            </a:lvl7pPr>
            <a:lvl8pPr>
              <a:defRPr sz="825" b="0">
                <a:solidFill>
                  <a:srgbClr val="5C7084"/>
                </a:solidFill>
              </a:defRPr>
            </a:lvl8pPr>
            <a:lvl9pPr>
              <a:defRPr sz="825" b="0">
                <a:solidFill>
                  <a:srgbClr val="5C7084"/>
                </a:solidFill>
              </a:defRPr>
            </a:lvl9pPr>
          </a:lstStyle>
          <a:p xmlns:a="http://schemas.openxmlformats.org/drawingml/2006/main">
            <a:pPr>
              <a:defRPr sz="825" b="0">
                <a:solidFill>
                  <a:srgbClr val="5C7084"/>
                </a:solidFill>
              </a:defRPr>
            </a:pPr>
            <a:r>
              <a:rPr sz="825" b="0">
                <a:solidFill>
                  <a:srgbClr val="5C7084"/>
                </a:solidFill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AD3BF3-3F7B-466E-AFF2-8ECBF89BD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523875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EAF3FA"/>
          </a:solidFill>
          <a:ln xmlns:a="http://schemas.openxmlformats.org/drawingml/2006/main" w="9525">
            <a:solidFill>
              <a:srgbClr val="C8D7E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ACE7D6-888C-4CB1-9259-176232E76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762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5C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D7C2A6-09BF-48B1-9D9B-50F53DA92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52625"/>
            <a:ext cx="4743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0223A"/>
                </a:solidFill>
              </a:defRPr>
            </a:defPPr>
            <a:lvl1pPr>
              <a:defRPr sz="1800" b="1">
                <a:solidFill>
                  <a:srgbClr val="10223A"/>
                </a:solidFill>
              </a:defRPr>
            </a:lvl1pPr>
            <a:lvl2pPr>
              <a:defRPr sz="1800" b="1">
                <a:solidFill>
                  <a:srgbClr val="10223A"/>
                </a:solidFill>
              </a:defRPr>
            </a:lvl2pPr>
            <a:lvl3pPr>
              <a:defRPr sz="1800" b="1">
                <a:solidFill>
                  <a:srgbClr val="10223A"/>
                </a:solidFill>
              </a:defRPr>
            </a:lvl3pPr>
            <a:lvl4pPr>
              <a:defRPr sz="1800" b="1">
                <a:solidFill>
                  <a:srgbClr val="10223A"/>
                </a:solidFill>
              </a:defRPr>
            </a:lvl4pPr>
            <a:lvl5pPr>
              <a:defRPr sz="1800" b="1">
                <a:solidFill>
                  <a:srgbClr val="10223A"/>
                </a:solidFill>
              </a:defRPr>
            </a:lvl5pPr>
            <a:lvl6pPr>
              <a:defRPr sz="1800" b="1">
                <a:solidFill>
                  <a:srgbClr val="10223A"/>
                </a:solidFill>
              </a:defRPr>
            </a:lvl6pPr>
            <a:lvl7pPr>
              <a:defRPr sz="1800" b="1">
                <a:solidFill>
                  <a:srgbClr val="10223A"/>
                </a:solidFill>
              </a:defRPr>
            </a:lvl7pPr>
            <a:lvl8pPr>
              <a:defRPr sz="1800" b="1">
                <a:solidFill>
                  <a:srgbClr val="10223A"/>
                </a:solidFill>
              </a:defRPr>
            </a:lvl8pPr>
            <a:lvl9pPr>
              <a:defRPr sz="1800" b="1">
                <a:solidFill>
                  <a:srgbClr val="10223A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0223A"/>
                </a:solidFill>
              </a:defRPr>
            </a:pPr>
            <a:r>
              <a:rPr sz="1800" b="1">
                <a:solidFill>
                  <a:srgbClr val="10223A"/>
                </a:solidFill>
              </a:rPr>
              <a:t>Personal Companion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C269E4-E8A3-472B-B8CC-38C8E3E9B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66975"/>
            <a:ext cx="47244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182A3D"/>
                </a:solidFill>
              </a:defRPr>
            </a:defPPr>
            <a:lvl1pPr>
              <a:defRPr sz="1350" b="0">
                <a:solidFill>
                  <a:srgbClr val="182A3D"/>
                </a:solidFill>
              </a:defRPr>
            </a:lvl1pPr>
            <a:lvl2pPr>
              <a:defRPr sz="1350" b="0">
                <a:solidFill>
                  <a:srgbClr val="182A3D"/>
                </a:solidFill>
              </a:defRPr>
            </a:lvl2pPr>
            <a:lvl3pPr>
              <a:defRPr sz="1350" b="0">
                <a:solidFill>
                  <a:srgbClr val="182A3D"/>
                </a:solidFill>
              </a:defRPr>
            </a:lvl3pPr>
            <a:lvl4pPr>
              <a:defRPr sz="1350" b="0">
                <a:solidFill>
                  <a:srgbClr val="182A3D"/>
                </a:solidFill>
              </a:defRPr>
            </a:lvl4pPr>
            <a:lvl5pPr>
              <a:defRPr sz="1350" b="0">
                <a:solidFill>
                  <a:srgbClr val="182A3D"/>
                </a:solidFill>
              </a:defRPr>
            </a:lvl5pPr>
            <a:lvl6pPr>
              <a:defRPr sz="1350" b="0">
                <a:solidFill>
                  <a:srgbClr val="182A3D"/>
                </a:solidFill>
              </a:defRPr>
            </a:lvl6pPr>
            <a:lvl7pPr>
              <a:defRPr sz="1350" b="0">
                <a:solidFill>
                  <a:srgbClr val="182A3D"/>
                </a:solidFill>
              </a:defRPr>
            </a:lvl7pPr>
            <a:lvl8pPr>
              <a:defRPr sz="1350" b="0">
                <a:solidFill>
                  <a:srgbClr val="182A3D"/>
                </a:solidFill>
              </a:defRPr>
            </a:lvl8pPr>
            <a:lvl9pPr>
              <a:defRPr sz="1350" b="0">
                <a:solidFill>
                  <a:srgbClr val="182A3D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182A3D"/>
                </a:solidFill>
              </a:defRPr>
            </a:pPr>
            <a:r>
              <a:rPr sz="1350" b="0">
                <a:solidFill>
                  <a:srgbClr val="182A3D"/>
                </a:solidFill>
              </a:rPr>
              <a:t>统一入口、身份、会话与播报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4E57B8-4B2A-4950-BC15-3864DB506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1743075"/>
            <a:ext cx="523875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EAF3FA"/>
          </a:solidFill>
          <a:ln xmlns:a="http://schemas.openxmlformats.org/drawingml/2006/main" w="9525">
            <a:solidFill>
              <a:srgbClr val="C8D7E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74982E-11C1-4188-9577-79E0645D8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1743075"/>
            <a:ext cx="762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A6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7872DC-4E5D-4237-A2E1-36CFEEDB4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1952625"/>
            <a:ext cx="4743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0223A"/>
                </a:solidFill>
              </a:defRPr>
            </a:defPPr>
            <a:lvl1pPr>
              <a:defRPr sz="1800" b="1">
                <a:solidFill>
                  <a:srgbClr val="10223A"/>
                </a:solidFill>
              </a:defRPr>
            </a:lvl1pPr>
            <a:lvl2pPr>
              <a:defRPr sz="1800" b="1">
                <a:solidFill>
                  <a:srgbClr val="10223A"/>
                </a:solidFill>
              </a:defRPr>
            </a:lvl2pPr>
            <a:lvl3pPr>
              <a:defRPr sz="1800" b="1">
                <a:solidFill>
                  <a:srgbClr val="10223A"/>
                </a:solidFill>
              </a:defRPr>
            </a:lvl3pPr>
            <a:lvl4pPr>
              <a:defRPr sz="1800" b="1">
                <a:solidFill>
                  <a:srgbClr val="10223A"/>
                </a:solidFill>
              </a:defRPr>
            </a:lvl4pPr>
            <a:lvl5pPr>
              <a:defRPr sz="1800" b="1">
                <a:solidFill>
                  <a:srgbClr val="10223A"/>
                </a:solidFill>
              </a:defRPr>
            </a:lvl5pPr>
            <a:lvl6pPr>
              <a:defRPr sz="1800" b="1">
                <a:solidFill>
                  <a:srgbClr val="10223A"/>
                </a:solidFill>
              </a:defRPr>
            </a:lvl6pPr>
            <a:lvl7pPr>
              <a:defRPr sz="1800" b="1">
                <a:solidFill>
                  <a:srgbClr val="10223A"/>
                </a:solidFill>
              </a:defRPr>
            </a:lvl7pPr>
            <a:lvl8pPr>
              <a:defRPr sz="1800" b="1">
                <a:solidFill>
                  <a:srgbClr val="10223A"/>
                </a:solidFill>
              </a:defRPr>
            </a:lvl8pPr>
            <a:lvl9pPr>
              <a:defRPr sz="1800" b="1">
                <a:solidFill>
                  <a:srgbClr val="10223A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0223A"/>
                </a:solidFill>
              </a:defRPr>
            </a:pPr>
            <a:r>
              <a:rPr sz="1800" b="1">
                <a:solidFill>
                  <a:srgbClr val="10223A"/>
                </a:solidFill>
              </a:rPr>
              <a:t>Driving Assistant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B42832-F152-4CEF-B4CD-8A0591109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466975"/>
            <a:ext cx="47244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182A3D"/>
                </a:solidFill>
              </a:defRPr>
            </a:defPPr>
            <a:lvl1pPr>
              <a:defRPr sz="1350" b="0">
                <a:solidFill>
                  <a:srgbClr val="182A3D"/>
                </a:solidFill>
              </a:defRPr>
            </a:lvl1pPr>
            <a:lvl2pPr>
              <a:defRPr sz="1350" b="0">
                <a:solidFill>
                  <a:srgbClr val="182A3D"/>
                </a:solidFill>
              </a:defRPr>
            </a:lvl2pPr>
            <a:lvl3pPr>
              <a:defRPr sz="1350" b="0">
                <a:solidFill>
                  <a:srgbClr val="182A3D"/>
                </a:solidFill>
              </a:defRPr>
            </a:lvl3pPr>
            <a:lvl4pPr>
              <a:defRPr sz="1350" b="0">
                <a:solidFill>
                  <a:srgbClr val="182A3D"/>
                </a:solidFill>
              </a:defRPr>
            </a:lvl4pPr>
            <a:lvl5pPr>
              <a:defRPr sz="1350" b="0">
                <a:solidFill>
                  <a:srgbClr val="182A3D"/>
                </a:solidFill>
              </a:defRPr>
            </a:lvl5pPr>
            <a:lvl6pPr>
              <a:defRPr sz="1350" b="0">
                <a:solidFill>
                  <a:srgbClr val="182A3D"/>
                </a:solidFill>
              </a:defRPr>
            </a:lvl6pPr>
            <a:lvl7pPr>
              <a:defRPr sz="1350" b="0">
                <a:solidFill>
                  <a:srgbClr val="182A3D"/>
                </a:solidFill>
              </a:defRPr>
            </a:lvl7pPr>
            <a:lvl8pPr>
              <a:defRPr sz="1350" b="0">
                <a:solidFill>
                  <a:srgbClr val="182A3D"/>
                </a:solidFill>
              </a:defRPr>
            </a:lvl8pPr>
            <a:lvl9pPr>
              <a:defRPr sz="1350" b="0">
                <a:solidFill>
                  <a:srgbClr val="182A3D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182A3D"/>
                </a:solidFill>
              </a:defRPr>
            </a:pPr>
            <a:r>
              <a:rPr sz="1350" b="0">
                <a:solidFill>
                  <a:srgbClr val="182A3D"/>
                </a:solidFill>
              </a:rPr>
              <a:t>驾驶意图、导航与 ADAS 解释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138C09-0303-42E6-BAC0-D987DFB16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43325"/>
            <a:ext cx="523875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EAF3FA"/>
          </a:solidFill>
          <a:ln xmlns:a="http://schemas.openxmlformats.org/drawingml/2006/main" w="9525">
            <a:solidFill>
              <a:srgbClr val="C8D7E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853A432-C67E-4F6E-AC95-DE034FD21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43325"/>
            <a:ext cx="762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5C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A146ACE-1314-427C-AB6A-163BCF084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52875"/>
            <a:ext cx="4743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0223A"/>
                </a:solidFill>
              </a:defRPr>
            </a:defPPr>
            <a:lvl1pPr>
              <a:defRPr sz="1800" b="1">
                <a:solidFill>
                  <a:srgbClr val="10223A"/>
                </a:solidFill>
              </a:defRPr>
            </a:lvl1pPr>
            <a:lvl2pPr>
              <a:defRPr sz="1800" b="1">
                <a:solidFill>
                  <a:srgbClr val="10223A"/>
                </a:solidFill>
              </a:defRPr>
            </a:lvl2pPr>
            <a:lvl3pPr>
              <a:defRPr sz="1800" b="1">
                <a:solidFill>
                  <a:srgbClr val="10223A"/>
                </a:solidFill>
              </a:defRPr>
            </a:lvl3pPr>
            <a:lvl4pPr>
              <a:defRPr sz="1800" b="1">
                <a:solidFill>
                  <a:srgbClr val="10223A"/>
                </a:solidFill>
              </a:defRPr>
            </a:lvl4pPr>
            <a:lvl5pPr>
              <a:defRPr sz="1800" b="1">
                <a:solidFill>
                  <a:srgbClr val="10223A"/>
                </a:solidFill>
              </a:defRPr>
            </a:lvl5pPr>
            <a:lvl6pPr>
              <a:defRPr sz="1800" b="1">
                <a:solidFill>
                  <a:srgbClr val="10223A"/>
                </a:solidFill>
              </a:defRPr>
            </a:lvl6pPr>
            <a:lvl7pPr>
              <a:defRPr sz="1800" b="1">
                <a:solidFill>
                  <a:srgbClr val="10223A"/>
                </a:solidFill>
              </a:defRPr>
            </a:lvl7pPr>
            <a:lvl8pPr>
              <a:defRPr sz="1800" b="1">
                <a:solidFill>
                  <a:srgbClr val="10223A"/>
                </a:solidFill>
              </a:defRPr>
            </a:lvl8pPr>
            <a:lvl9pPr>
              <a:defRPr sz="1800" b="1">
                <a:solidFill>
                  <a:srgbClr val="10223A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0223A"/>
                </a:solidFill>
              </a:defRPr>
            </a:pPr>
            <a:r>
              <a:rPr sz="1800" b="1">
                <a:solidFill>
                  <a:srgbClr val="10223A"/>
                </a:solidFill>
              </a:rPr>
              <a:t>AI Guardian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B9E5E7C-740F-4645-A886-D3DFAF0FE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67225"/>
            <a:ext cx="47244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182A3D"/>
                </a:solidFill>
              </a:defRPr>
            </a:defPPr>
            <a:lvl1pPr>
              <a:defRPr sz="1350" b="0">
                <a:solidFill>
                  <a:srgbClr val="182A3D"/>
                </a:solidFill>
              </a:defRPr>
            </a:lvl1pPr>
            <a:lvl2pPr>
              <a:defRPr sz="1350" b="0">
                <a:solidFill>
                  <a:srgbClr val="182A3D"/>
                </a:solidFill>
              </a:defRPr>
            </a:lvl2pPr>
            <a:lvl3pPr>
              <a:defRPr sz="1350" b="0">
                <a:solidFill>
                  <a:srgbClr val="182A3D"/>
                </a:solidFill>
              </a:defRPr>
            </a:lvl3pPr>
            <a:lvl4pPr>
              <a:defRPr sz="1350" b="0">
                <a:solidFill>
                  <a:srgbClr val="182A3D"/>
                </a:solidFill>
              </a:defRPr>
            </a:lvl4pPr>
            <a:lvl5pPr>
              <a:defRPr sz="1350" b="0">
                <a:solidFill>
                  <a:srgbClr val="182A3D"/>
                </a:solidFill>
              </a:defRPr>
            </a:lvl5pPr>
            <a:lvl6pPr>
              <a:defRPr sz="1350" b="0">
                <a:solidFill>
                  <a:srgbClr val="182A3D"/>
                </a:solidFill>
              </a:defRPr>
            </a:lvl6pPr>
            <a:lvl7pPr>
              <a:defRPr sz="1350" b="0">
                <a:solidFill>
                  <a:srgbClr val="182A3D"/>
                </a:solidFill>
              </a:defRPr>
            </a:lvl7pPr>
            <a:lvl8pPr>
              <a:defRPr sz="1350" b="0">
                <a:solidFill>
                  <a:srgbClr val="182A3D"/>
                </a:solidFill>
              </a:defRPr>
            </a:lvl8pPr>
            <a:lvl9pPr>
              <a:defRPr sz="1350" b="0">
                <a:solidFill>
                  <a:srgbClr val="182A3D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182A3D"/>
                </a:solidFill>
              </a:defRPr>
            </a:pPr>
            <a:r>
              <a:rPr sz="1350" b="0">
                <a:solidFill>
                  <a:srgbClr val="182A3D"/>
                </a:solidFill>
              </a:rPr>
              <a:t>安全检测、提醒与干预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FDA563D-8258-46A1-8801-49CB90AB4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743325"/>
            <a:ext cx="523875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EAF3FA"/>
          </a:solidFill>
          <a:ln xmlns:a="http://schemas.openxmlformats.org/drawingml/2006/main" w="9525">
            <a:solidFill>
              <a:srgbClr val="C8D7E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507CF39-33DF-4529-B51F-814184BF7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743325"/>
            <a:ext cx="762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5C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CF12964-1F6C-4E6B-AFCF-8C9CE8EBB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3952875"/>
            <a:ext cx="4743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0223A"/>
                </a:solidFill>
              </a:defRPr>
            </a:defPPr>
            <a:lvl1pPr>
              <a:defRPr sz="1800" b="1">
                <a:solidFill>
                  <a:srgbClr val="10223A"/>
                </a:solidFill>
              </a:defRPr>
            </a:lvl1pPr>
            <a:lvl2pPr>
              <a:defRPr sz="1800" b="1">
                <a:solidFill>
                  <a:srgbClr val="10223A"/>
                </a:solidFill>
              </a:defRPr>
            </a:lvl2pPr>
            <a:lvl3pPr>
              <a:defRPr sz="1800" b="1">
                <a:solidFill>
                  <a:srgbClr val="10223A"/>
                </a:solidFill>
              </a:defRPr>
            </a:lvl3pPr>
            <a:lvl4pPr>
              <a:defRPr sz="1800" b="1">
                <a:solidFill>
                  <a:srgbClr val="10223A"/>
                </a:solidFill>
              </a:defRPr>
            </a:lvl4pPr>
            <a:lvl5pPr>
              <a:defRPr sz="1800" b="1">
                <a:solidFill>
                  <a:srgbClr val="10223A"/>
                </a:solidFill>
              </a:defRPr>
            </a:lvl5pPr>
            <a:lvl6pPr>
              <a:defRPr sz="1800" b="1">
                <a:solidFill>
                  <a:srgbClr val="10223A"/>
                </a:solidFill>
              </a:defRPr>
            </a:lvl6pPr>
            <a:lvl7pPr>
              <a:defRPr sz="1800" b="1">
                <a:solidFill>
                  <a:srgbClr val="10223A"/>
                </a:solidFill>
              </a:defRPr>
            </a:lvl7pPr>
            <a:lvl8pPr>
              <a:defRPr sz="1800" b="1">
                <a:solidFill>
                  <a:srgbClr val="10223A"/>
                </a:solidFill>
              </a:defRPr>
            </a:lvl8pPr>
            <a:lvl9pPr>
              <a:defRPr sz="1800" b="1">
                <a:solidFill>
                  <a:srgbClr val="10223A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0223A"/>
                </a:solidFill>
              </a:defRPr>
            </a:pPr>
            <a:r>
              <a:rPr sz="1800" b="1">
                <a:solidFill>
                  <a:srgbClr val="10223A"/>
                </a:solidFill>
              </a:rPr>
              <a:t>Energy Management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BAF0080-2707-40FE-AF61-4305EBCE3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4467225"/>
            <a:ext cx="47244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182A3D"/>
                </a:solidFill>
              </a:defRPr>
            </a:defPPr>
            <a:lvl1pPr>
              <a:defRPr sz="1350" b="0">
                <a:solidFill>
                  <a:srgbClr val="182A3D"/>
                </a:solidFill>
              </a:defRPr>
            </a:lvl1pPr>
            <a:lvl2pPr>
              <a:defRPr sz="1350" b="0">
                <a:solidFill>
                  <a:srgbClr val="182A3D"/>
                </a:solidFill>
              </a:defRPr>
            </a:lvl2pPr>
            <a:lvl3pPr>
              <a:defRPr sz="1350" b="0">
                <a:solidFill>
                  <a:srgbClr val="182A3D"/>
                </a:solidFill>
              </a:defRPr>
            </a:lvl3pPr>
            <a:lvl4pPr>
              <a:defRPr sz="1350" b="0">
                <a:solidFill>
                  <a:srgbClr val="182A3D"/>
                </a:solidFill>
              </a:defRPr>
            </a:lvl4pPr>
            <a:lvl5pPr>
              <a:defRPr sz="1350" b="0">
                <a:solidFill>
                  <a:srgbClr val="182A3D"/>
                </a:solidFill>
              </a:defRPr>
            </a:lvl5pPr>
            <a:lvl6pPr>
              <a:defRPr sz="1350" b="0">
                <a:solidFill>
                  <a:srgbClr val="182A3D"/>
                </a:solidFill>
              </a:defRPr>
            </a:lvl6pPr>
            <a:lvl7pPr>
              <a:defRPr sz="1350" b="0">
                <a:solidFill>
                  <a:srgbClr val="182A3D"/>
                </a:solidFill>
              </a:defRPr>
            </a:lvl7pPr>
            <a:lvl8pPr>
              <a:defRPr sz="1350" b="0">
                <a:solidFill>
                  <a:srgbClr val="182A3D"/>
                </a:solidFill>
              </a:defRPr>
            </a:lvl8pPr>
            <a:lvl9pPr>
              <a:defRPr sz="1350" b="0">
                <a:solidFill>
                  <a:srgbClr val="182A3D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182A3D"/>
                </a:solidFill>
              </a:defRPr>
            </a:pPr>
            <a:r>
              <a:rPr sz="1350" b="0">
                <a:solidFill>
                  <a:srgbClr val="182A3D"/>
                </a:solidFill>
              </a:rPr>
              <a:t>能耗预测与充电优化</a:t>
            </a:r>
          </a:p>
        </p:txBody>
      </p:sp>
    </p:spTree>
    <p:extLst>
      <p:ext uri="{BB962C8B-B14F-4D97-AF65-F5344CB8AC3E}">
        <p14:creationId xmlns:p14="http://schemas.microsoft.com/office/powerpoint/2010/main" val="32946068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34D923B-8D08-485E-A61B-053599823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5C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EFC2B9-DA00-420F-8C68-B0248A468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1000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0223A"/>
                </a:solidFill>
              </a:defRPr>
            </a:defPPr>
            <a:lvl1pPr>
              <a:defRPr sz="2550" b="1">
                <a:solidFill>
                  <a:srgbClr val="10223A"/>
                </a:solidFill>
              </a:defRPr>
            </a:lvl1pPr>
            <a:lvl2pPr>
              <a:defRPr sz="2550" b="1">
                <a:solidFill>
                  <a:srgbClr val="10223A"/>
                </a:solidFill>
              </a:defRPr>
            </a:lvl2pPr>
            <a:lvl3pPr>
              <a:defRPr sz="2550" b="1">
                <a:solidFill>
                  <a:srgbClr val="10223A"/>
                </a:solidFill>
              </a:defRPr>
            </a:lvl3pPr>
            <a:lvl4pPr>
              <a:defRPr sz="2550" b="1">
                <a:solidFill>
                  <a:srgbClr val="10223A"/>
                </a:solidFill>
              </a:defRPr>
            </a:lvl4pPr>
            <a:lvl5pPr>
              <a:defRPr sz="2550" b="1">
                <a:solidFill>
                  <a:srgbClr val="10223A"/>
                </a:solidFill>
              </a:defRPr>
            </a:lvl5pPr>
            <a:lvl6pPr>
              <a:defRPr sz="2550" b="1">
                <a:solidFill>
                  <a:srgbClr val="10223A"/>
                </a:solidFill>
              </a:defRPr>
            </a:lvl6pPr>
            <a:lvl7pPr>
              <a:defRPr sz="2550" b="1">
                <a:solidFill>
                  <a:srgbClr val="10223A"/>
                </a:solidFill>
              </a:defRPr>
            </a:lvl7pPr>
            <a:lvl8pPr>
              <a:defRPr sz="2550" b="1">
                <a:solidFill>
                  <a:srgbClr val="10223A"/>
                </a:solidFill>
              </a:defRPr>
            </a:lvl8pPr>
            <a:lvl9pPr>
              <a:defRPr sz="2550" b="1">
                <a:solidFill>
                  <a:srgbClr val="10223A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0223A"/>
                </a:solidFill>
              </a:defRPr>
            </a:pPr>
            <a:r>
              <a:rPr sz="2550" b="1">
                <a:solidFill>
                  <a:srgbClr val="10223A"/>
                </a:solidFill>
              </a:rPr>
              <a:t>分工：DA 只实现驾驶领域差异化能力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8BAF4E-A8C4-480A-B01B-6E8CC3D79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9650"/>
            <a:ext cx="1066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C7084"/>
                </a:solidFill>
              </a:defRPr>
            </a:defPPr>
            <a:lvl1pPr>
              <a:defRPr sz="1350" b="0">
                <a:solidFill>
                  <a:srgbClr val="5C7084"/>
                </a:solidFill>
              </a:defRPr>
            </a:lvl1pPr>
            <a:lvl2pPr>
              <a:defRPr sz="1350" b="0">
                <a:solidFill>
                  <a:srgbClr val="5C7084"/>
                </a:solidFill>
              </a:defRPr>
            </a:lvl2pPr>
            <a:lvl3pPr>
              <a:defRPr sz="1350" b="0">
                <a:solidFill>
                  <a:srgbClr val="5C7084"/>
                </a:solidFill>
              </a:defRPr>
            </a:lvl3pPr>
            <a:lvl4pPr>
              <a:defRPr sz="1350" b="0">
                <a:solidFill>
                  <a:srgbClr val="5C7084"/>
                </a:solidFill>
              </a:defRPr>
            </a:lvl4pPr>
            <a:lvl5pPr>
              <a:defRPr sz="1350" b="0">
                <a:solidFill>
                  <a:srgbClr val="5C7084"/>
                </a:solidFill>
              </a:defRPr>
            </a:lvl5pPr>
            <a:lvl6pPr>
              <a:defRPr sz="1350" b="0">
                <a:solidFill>
                  <a:srgbClr val="5C7084"/>
                </a:solidFill>
              </a:defRPr>
            </a:lvl6pPr>
            <a:lvl7pPr>
              <a:defRPr sz="1350" b="0">
                <a:solidFill>
                  <a:srgbClr val="5C7084"/>
                </a:solidFill>
              </a:defRPr>
            </a:lvl7pPr>
            <a:lvl8pPr>
              <a:defRPr sz="1350" b="0">
                <a:solidFill>
                  <a:srgbClr val="5C7084"/>
                </a:solidFill>
              </a:defRPr>
            </a:lvl8pPr>
            <a:lvl9pPr>
              <a:defRPr sz="1350" b="0">
                <a:solidFill>
                  <a:srgbClr val="5C7084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C7084"/>
                </a:solidFill>
              </a:defRPr>
            </a:pPr>
            <a:r>
              <a:rPr sz="1350" b="0">
                <a:solidFill>
                  <a:srgbClr val="5C7084"/>
                </a:solidFill>
              </a:rPr>
              <a:t>公共平台负责通用服务；DA 通过明确接口接入。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858C66-EF95-4EF0-BFC0-212EAAC0B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19850"/>
            <a:ext cx="11010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AE105C-8BBF-4A40-B0F7-193BC1687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86525"/>
            <a:ext cx="809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0">
                <a:solidFill>
                  <a:srgbClr val="5C7084"/>
                </a:solidFill>
              </a:defRPr>
            </a:defPPr>
            <a:lvl1pPr>
              <a:defRPr sz="825" b="0">
                <a:solidFill>
                  <a:srgbClr val="5C7084"/>
                </a:solidFill>
              </a:defRPr>
            </a:lvl1pPr>
            <a:lvl2pPr>
              <a:defRPr sz="825" b="0">
                <a:solidFill>
                  <a:srgbClr val="5C7084"/>
                </a:solidFill>
              </a:defRPr>
            </a:lvl2pPr>
            <a:lvl3pPr>
              <a:defRPr sz="825" b="0">
                <a:solidFill>
                  <a:srgbClr val="5C7084"/>
                </a:solidFill>
              </a:defRPr>
            </a:lvl3pPr>
            <a:lvl4pPr>
              <a:defRPr sz="825" b="0">
                <a:solidFill>
                  <a:srgbClr val="5C7084"/>
                </a:solidFill>
              </a:defRPr>
            </a:lvl4pPr>
            <a:lvl5pPr>
              <a:defRPr sz="825" b="0">
                <a:solidFill>
                  <a:srgbClr val="5C7084"/>
                </a:solidFill>
              </a:defRPr>
            </a:lvl5pPr>
            <a:lvl6pPr>
              <a:defRPr sz="825" b="0">
                <a:solidFill>
                  <a:srgbClr val="5C7084"/>
                </a:solidFill>
              </a:defRPr>
            </a:lvl6pPr>
            <a:lvl7pPr>
              <a:defRPr sz="825" b="0">
                <a:solidFill>
                  <a:srgbClr val="5C7084"/>
                </a:solidFill>
              </a:defRPr>
            </a:lvl7pPr>
            <a:lvl8pPr>
              <a:defRPr sz="825" b="0">
                <a:solidFill>
                  <a:srgbClr val="5C7084"/>
                </a:solidFill>
              </a:defRPr>
            </a:lvl8pPr>
            <a:lvl9pPr>
              <a:defRPr sz="825" b="0">
                <a:solidFill>
                  <a:srgbClr val="5C7084"/>
                </a:solidFill>
              </a:defRPr>
            </a:lvl9pPr>
          </a:lstStyle>
          <a:p xmlns:a="http://schemas.openxmlformats.org/drawingml/2006/main">
            <a:pPr>
              <a:defRPr sz="825" b="0">
                <a:solidFill>
                  <a:srgbClr val="5C7084"/>
                </a:solidFill>
              </a:defRPr>
            </a:pPr>
            <a:r>
              <a:rPr sz="825" b="0">
                <a:solidFill>
                  <a:srgbClr val="5C7084"/>
                </a:solidFill>
              </a:rPr>
              <a:t>DA MVP  |  仿真方案  |  2026-10-26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980C2F-B35B-43A7-ABEE-D176637C3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0">
                <a:solidFill>
                  <a:srgbClr val="5C7084"/>
                </a:solidFill>
              </a:defRPr>
            </a:defPPr>
            <a:lvl1pPr>
              <a:defRPr sz="825" b="0">
                <a:solidFill>
                  <a:srgbClr val="5C7084"/>
                </a:solidFill>
              </a:defRPr>
            </a:lvl1pPr>
            <a:lvl2pPr>
              <a:defRPr sz="825" b="0">
                <a:solidFill>
                  <a:srgbClr val="5C7084"/>
                </a:solidFill>
              </a:defRPr>
            </a:lvl2pPr>
            <a:lvl3pPr>
              <a:defRPr sz="825" b="0">
                <a:solidFill>
                  <a:srgbClr val="5C7084"/>
                </a:solidFill>
              </a:defRPr>
            </a:lvl3pPr>
            <a:lvl4pPr>
              <a:defRPr sz="825" b="0">
                <a:solidFill>
                  <a:srgbClr val="5C7084"/>
                </a:solidFill>
              </a:defRPr>
            </a:lvl4pPr>
            <a:lvl5pPr>
              <a:defRPr sz="825" b="0">
                <a:solidFill>
                  <a:srgbClr val="5C7084"/>
                </a:solidFill>
              </a:defRPr>
            </a:lvl5pPr>
            <a:lvl6pPr>
              <a:defRPr sz="825" b="0">
                <a:solidFill>
                  <a:srgbClr val="5C7084"/>
                </a:solidFill>
              </a:defRPr>
            </a:lvl6pPr>
            <a:lvl7pPr>
              <a:defRPr sz="825" b="0">
                <a:solidFill>
                  <a:srgbClr val="5C7084"/>
                </a:solidFill>
              </a:defRPr>
            </a:lvl7pPr>
            <a:lvl8pPr>
              <a:defRPr sz="825" b="0">
                <a:solidFill>
                  <a:srgbClr val="5C7084"/>
                </a:solidFill>
              </a:defRPr>
            </a:lvl8pPr>
            <a:lvl9pPr>
              <a:defRPr sz="825" b="0">
                <a:solidFill>
                  <a:srgbClr val="5C7084"/>
                </a:solidFill>
              </a:defRPr>
            </a:lvl9pPr>
          </a:lstStyle>
          <a:p xmlns:a="http://schemas.openxmlformats.org/drawingml/2006/main">
            <a:pPr>
              <a:defRPr sz="825" b="0">
                <a:solidFill>
                  <a:srgbClr val="5C7084"/>
                </a:solidFill>
              </a:defRPr>
            </a:pPr>
            <a:r>
              <a:rPr sz="825" b="0">
                <a:solidFill>
                  <a:srgbClr val="5C7084"/>
                </a:solidFill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C644B0-F66C-43F1-BFED-283A8EE56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71650"/>
            <a:ext cx="5238750" cy="3676650"/>
          </a:xfrm>
          <a:prstGeom xmlns:a="http://schemas.openxmlformats.org/drawingml/2006/main" prst="roundRect">
            <a:avLst>
              <a:gd name="adj" fmla="val 2073"/>
            </a:avLst>
          </a:prstGeom>
          <a:solidFill xmlns:a="http://schemas.openxmlformats.org/drawingml/2006/main">
            <a:srgbClr val="EAF3FA"/>
          </a:solidFill>
          <a:ln xmlns:a="http://schemas.openxmlformats.org/drawingml/2006/main" w="9525">
            <a:solidFill>
              <a:srgbClr val="C8D7E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F28C59-C507-41CA-87A8-7D0F4827D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71650"/>
            <a:ext cx="76200" cy="3676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5C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0CF6EC-C44C-4EA2-B7F8-365CC0CD5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81200"/>
            <a:ext cx="4743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0223A"/>
                </a:solidFill>
              </a:defRPr>
            </a:defPPr>
            <a:lvl1pPr>
              <a:defRPr sz="1800" b="1">
                <a:solidFill>
                  <a:srgbClr val="10223A"/>
                </a:solidFill>
              </a:defRPr>
            </a:lvl1pPr>
            <a:lvl2pPr>
              <a:defRPr sz="1800" b="1">
                <a:solidFill>
                  <a:srgbClr val="10223A"/>
                </a:solidFill>
              </a:defRPr>
            </a:lvl2pPr>
            <a:lvl3pPr>
              <a:defRPr sz="1800" b="1">
                <a:solidFill>
                  <a:srgbClr val="10223A"/>
                </a:solidFill>
              </a:defRPr>
            </a:lvl3pPr>
            <a:lvl4pPr>
              <a:defRPr sz="1800" b="1">
                <a:solidFill>
                  <a:srgbClr val="10223A"/>
                </a:solidFill>
              </a:defRPr>
            </a:lvl4pPr>
            <a:lvl5pPr>
              <a:defRPr sz="1800" b="1">
                <a:solidFill>
                  <a:srgbClr val="10223A"/>
                </a:solidFill>
              </a:defRPr>
            </a:lvl5pPr>
            <a:lvl6pPr>
              <a:defRPr sz="1800" b="1">
                <a:solidFill>
                  <a:srgbClr val="10223A"/>
                </a:solidFill>
              </a:defRPr>
            </a:lvl6pPr>
            <a:lvl7pPr>
              <a:defRPr sz="1800" b="1">
                <a:solidFill>
                  <a:srgbClr val="10223A"/>
                </a:solidFill>
              </a:defRPr>
            </a:lvl7pPr>
            <a:lvl8pPr>
              <a:defRPr sz="1800" b="1">
                <a:solidFill>
                  <a:srgbClr val="10223A"/>
                </a:solidFill>
              </a:defRPr>
            </a:lvl8pPr>
            <a:lvl9pPr>
              <a:defRPr sz="1800" b="1">
                <a:solidFill>
                  <a:srgbClr val="10223A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0223A"/>
                </a:solidFill>
              </a:defRPr>
            </a:pPr>
            <a:r>
              <a:rPr sz="1800" b="1">
                <a:solidFill>
                  <a:srgbClr val="10223A"/>
                </a:solidFill>
              </a:rPr>
              <a:t>PC / 公共平台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EA4D8D-DE2B-4987-93BD-0EDCEF0D3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95550"/>
            <a:ext cx="4724400" cy="2838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182A3D"/>
                </a:solidFill>
              </a:defRPr>
            </a:defPPr>
            <a:lvl1pPr>
              <a:defRPr sz="1350" b="0">
                <a:solidFill>
                  <a:srgbClr val="182A3D"/>
                </a:solidFill>
              </a:defRPr>
            </a:lvl1pPr>
            <a:lvl2pPr>
              <a:defRPr sz="1350" b="0">
                <a:solidFill>
                  <a:srgbClr val="182A3D"/>
                </a:solidFill>
              </a:defRPr>
            </a:lvl2pPr>
            <a:lvl3pPr>
              <a:defRPr sz="1350" b="0">
                <a:solidFill>
                  <a:srgbClr val="182A3D"/>
                </a:solidFill>
              </a:defRPr>
            </a:lvl3pPr>
            <a:lvl4pPr>
              <a:defRPr sz="1350" b="0">
                <a:solidFill>
                  <a:srgbClr val="182A3D"/>
                </a:solidFill>
              </a:defRPr>
            </a:lvl4pPr>
            <a:lvl5pPr>
              <a:defRPr sz="1350" b="0">
                <a:solidFill>
                  <a:srgbClr val="182A3D"/>
                </a:solidFill>
              </a:defRPr>
            </a:lvl5pPr>
            <a:lvl6pPr>
              <a:defRPr sz="1350" b="0">
                <a:solidFill>
                  <a:srgbClr val="182A3D"/>
                </a:solidFill>
              </a:defRPr>
            </a:lvl6pPr>
            <a:lvl7pPr>
              <a:defRPr sz="1350" b="0">
                <a:solidFill>
                  <a:srgbClr val="182A3D"/>
                </a:solidFill>
              </a:defRPr>
            </a:lvl7pPr>
            <a:lvl8pPr>
              <a:defRPr sz="1350" b="0">
                <a:solidFill>
                  <a:srgbClr val="182A3D"/>
                </a:solidFill>
              </a:defRPr>
            </a:lvl8pPr>
            <a:lvl9pPr>
              <a:defRPr sz="1350" b="0">
                <a:solidFill>
                  <a:srgbClr val="182A3D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182A3D"/>
                </a:solidFill>
              </a:defRPr>
            </a:pPr>
            <a:r>
              <a:rPr sz="1350" b="0">
                <a:solidFill>
                  <a:srgbClr val="182A3D"/>
                </a:solidFill>
              </a:rPr>
              <a:t>ASR、TTS、身份与会话</a:t>
            </a:r>
          </a:p>
          <a:p xmlns:a="http://schemas.openxmlformats.org/drawingml/2006/main">
            <a:pPr>
              <a:defRPr sz="1350" b="0">
                <a:solidFill>
                  <a:srgbClr val="182A3D"/>
                </a:solidFill>
              </a:defRPr>
            </a:pPr>
            <a:r>
              <a:rPr sz="1350" b="0">
                <a:solidFill>
                  <a:srgbClr val="182A3D"/>
                </a:solidFill>
              </a:rPr>
              <a:t>长期记忆、统一 HMI</a:t>
            </a:r>
          </a:p>
          <a:p xmlns:a="http://schemas.openxmlformats.org/drawingml/2006/main">
            <a:pPr>
              <a:defRPr sz="1350" b="0">
                <a:solidFill>
                  <a:srgbClr val="182A3D"/>
                </a:solidFill>
              </a:defRPr>
            </a:pPr>
            <a:r>
              <a:rPr sz="1350" b="0">
                <a:solidFill>
                  <a:srgbClr val="182A3D"/>
                </a:solidFill>
              </a:rPr>
              <a:t>MQTT、Agent 运行时</a:t>
            </a:r>
          </a:p>
          <a:p xmlns:a="http://schemas.openxmlformats.org/drawingml/2006/main">
            <a:pPr>
              <a:defRPr sz="1350" b="0">
                <a:solidFill>
                  <a:srgbClr val="182A3D"/>
                </a:solidFill>
              </a:defRPr>
            </a:pPr>
            <a:r>
              <a:rPr sz="1350" b="0">
                <a:solidFill>
                  <a:srgbClr val="182A3D"/>
                </a:solidFill>
              </a:rPr>
              <a:t>仿真网关与执行回执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9B381F-0F7B-4DB9-AA3B-0E94304A5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1771650"/>
            <a:ext cx="5238750" cy="3676650"/>
          </a:xfrm>
          <a:prstGeom xmlns:a="http://schemas.openxmlformats.org/drawingml/2006/main" prst="roundRect">
            <a:avLst>
              <a:gd name="adj" fmla="val 2073"/>
            </a:avLst>
          </a:prstGeom>
          <a:solidFill xmlns:a="http://schemas.openxmlformats.org/drawingml/2006/main">
            <a:srgbClr val="EAF3FA"/>
          </a:solidFill>
          <a:ln xmlns:a="http://schemas.openxmlformats.org/drawingml/2006/main" w="9525">
            <a:solidFill>
              <a:srgbClr val="C8D7E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19527B-1F46-4B36-A430-F2036B90A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1771650"/>
            <a:ext cx="76200" cy="3676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A6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B427E2-AC70-428B-ABA5-55AC4A60E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1981200"/>
            <a:ext cx="4743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0223A"/>
                </a:solidFill>
              </a:defRPr>
            </a:defPPr>
            <a:lvl1pPr>
              <a:defRPr sz="1800" b="1">
                <a:solidFill>
                  <a:srgbClr val="10223A"/>
                </a:solidFill>
              </a:defRPr>
            </a:lvl1pPr>
            <a:lvl2pPr>
              <a:defRPr sz="1800" b="1">
                <a:solidFill>
                  <a:srgbClr val="10223A"/>
                </a:solidFill>
              </a:defRPr>
            </a:lvl2pPr>
            <a:lvl3pPr>
              <a:defRPr sz="1800" b="1">
                <a:solidFill>
                  <a:srgbClr val="10223A"/>
                </a:solidFill>
              </a:defRPr>
            </a:lvl3pPr>
            <a:lvl4pPr>
              <a:defRPr sz="1800" b="1">
                <a:solidFill>
                  <a:srgbClr val="10223A"/>
                </a:solidFill>
              </a:defRPr>
            </a:lvl4pPr>
            <a:lvl5pPr>
              <a:defRPr sz="1800" b="1">
                <a:solidFill>
                  <a:srgbClr val="10223A"/>
                </a:solidFill>
              </a:defRPr>
            </a:lvl5pPr>
            <a:lvl6pPr>
              <a:defRPr sz="1800" b="1">
                <a:solidFill>
                  <a:srgbClr val="10223A"/>
                </a:solidFill>
              </a:defRPr>
            </a:lvl6pPr>
            <a:lvl7pPr>
              <a:defRPr sz="1800" b="1">
                <a:solidFill>
                  <a:srgbClr val="10223A"/>
                </a:solidFill>
              </a:defRPr>
            </a:lvl7pPr>
            <a:lvl8pPr>
              <a:defRPr sz="1800" b="1">
                <a:solidFill>
                  <a:srgbClr val="10223A"/>
                </a:solidFill>
              </a:defRPr>
            </a:lvl8pPr>
            <a:lvl9pPr>
              <a:defRPr sz="1800" b="1">
                <a:solidFill>
                  <a:srgbClr val="10223A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0223A"/>
                </a:solidFill>
              </a:defRPr>
            </a:pPr>
            <a:r>
              <a:rPr sz="1800" b="1">
                <a:solidFill>
                  <a:srgbClr val="10223A"/>
                </a:solidFill>
              </a:rPr>
              <a:t>DA 专属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74FD6B-EE24-40BD-ABDF-C337C3346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495550"/>
            <a:ext cx="4724400" cy="2838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182A3D"/>
                </a:solidFill>
              </a:defRPr>
            </a:defPPr>
            <a:lvl1pPr>
              <a:defRPr sz="1350" b="0">
                <a:solidFill>
                  <a:srgbClr val="182A3D"/>
                </a:solidFill>
              </a:defRPr>
            </a:lvl1pPr>
            <a:lvl2pPr>
              <a:defRPr sz="1350" b="0">
                <a:solidFill>
                  <a:srgbClr val="182A3D"/>
                </a:solidFill>
              </a:defRPr>
            </a:lvl2pPr>
            <a:lvl3pPr>
              <a:defRPr sz="1350" b="0">
                <a:solidFill>
                  <a:srgbClr val="182A3D"/>
                </a:solidFill>
              </a:defRPr>
            </a:lvl3pPr>
            <a:lvl4pPr>
              <a:defRPr sz="1350" b="0">
                <a:solidFill>
                  <a:srgbClr val="182A3D"/>
                </a:solidFill>
              </a:defRPr>
            </a:lvl4pPr>
            <a:lvl5pPr>
              <a:defRPr sz="1350" b="0">
                <a:solidFill>
                  <a:srgbClr val="182A3D"/>
                </a:solidFill>
              </a:defRPr>
            </a:lvl5pPr>
            <a:lvl6pPr>
              <a:defRPr sz="1350" b="0">
                <a:solidFill>
                  <a:srgbClr val="182A3D"/>
                </a:solidFill>
              </a:defRPr>
            </a:lvl6pPr>
            <a:lvl7pPr>
              <a:defRPr sz="1350" b="0">
                <a:solidFill>
                  <a:srgbClr val="182A3D"/>
                </a:solidFill>
              </a:defRPr>
            </a:lvl7pPr>
            <a:lvl8pPr>
              <a:defRPr sz="1350" b="0">
                <a:solidFill>
                  <a:srgbClr val="182A3D"/>
                </a:solidFill>
              </a:defRPr>
            </a:lvl8pPr>
            <a:lvl9pPr>
              <a:defRPr sz="1350" b="0">
                <a:solidFill>
                  <a:srgbClr val="182A3D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182A3D"/>
                </a:solidFill>
              </a:defRPr>
            </a:pPr>
            <a:r>
              <a:rPr sz="1350" b="0">
                <a:solidFill>
                  <a:srgbClr val="182A3D"/>
                </a:solidFill>
              </a:rPr>
              <a:t>驾驶意图解析与澄清</a:t>
            </a:r>
          </a:p>
          <a:p xmlns:a="http://schemas.openxmlformats.org/drawingml/2006/main">
            <a:pPr>
              <a:defRPr sz="1350" b="0">
                <a:solidFill>
                  <a:srgbClr val="182A3D"/>
                </a:solidFill>
              </a:defRPr>
            </a:pPr>
            <a:r>
              <a:rPr sz="1350" b="0">
                <a:solidFill>
                  <a:srgbClr val="182A3D"/>
                </a:solidFill>
              </a:rPr>
              <a:t>四类受限工具</a:t>
            </a:r>
          </a:p>
          <a:p xmlns:a="http://schemas.openxmlformats.org/drawingml/2006/main">
            <a:pPr>
              <a:defRPr sz="1350" b="0">
                <a:solidFill>
                  <a:srgbClr val="182A3D"/>
                </a:solidFill>
              </a:defRPr>
            </a:pPr>
            <a:r>
              <a:rPr sz="1350" b="0">
                <a:solidFill>
                  <a:srgbClr val="182A3D"/>
                </a:solidFill>
              </a:rPr>
              <a:t>状态新鲜度及参数校验</a:t>
            </a:r>
          </a:p>
          <a:p xmlns:a="http://schemas.openxmlformats.org/drawingml/2006/main">
            <a:pPr>
              <a:defRPr sz="1350" b="0">
                <a:solidFill>
                  <a:srgbClr val="182A3D"/>
                </a:solidFill>
              </a:defRPr>
            </a:pPr>
            <a:r>
              <a:rPr sz="1350" b="0">
                <a:solidFill>
                  <a:srgbClr val="182A3D"/>
                </a:solidFill>
              </a:rPr>
              <a:t>ADAS 告警解释和简短回复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ECA4CFA-98E5-495F-BC2B-80B397761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715000"/>
            <a:ext cx="1047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5C7084"/>
                </a:solidFill>
              </a:defRPr>
            </a:defPPr>
            <a:lvl1pPr>
              <a:defRPr sz="1425" b="0">
                <a:solidFill>
                  <a:srgbClr val="5C7084"/>
                </a:solidFill>
              </a:defRPr>
            </a:lvl1pPr>
            <a:lvl2pPr>
              <a:defRPr sz="1425" b="0">
                <a:solidFill>
                  <a:srgbClr val="5C7084"/>
                </a:solidFill>
              </a:defRPr>
            </a:lvl2pPr>
            <a:lvl3pPr>
              <a:defRPr sz="1425" b="0">
                <a:solidFill>
                  <a:srgbClr val="5C7084"/>
                </a:solidFill>
              </a:defRPr>
            </a:lvl3pPr>
            <a:lvl4pPr>
              <a:defRPr sz="1425" b="0">
                <a:solidFill>
                  <a:srgbClr val="5C7084"/>
                </a:solidFill>
              </a:defRPr>
            </a:lvl4pPr>
            <a:lvl5pPr>
              <a:defRPr sz="1425" b="0">
                <a:solidFill>
                  <a:srgbClr val="5C7084"/>
                </a:solidFill>
              </a:defRPr>
            </a:lvl5pPr>
            <a:lvl6pPr>
              <a:defRPr sz="1425" b="0">
                <a:solidFill>
                  <a:srgbClr val="5C7084"/>
                </a:solidFill>
              </a:defRPr>
            </a:lvl6pPr>
            <a:lvl7pPr>
              <a:defRPr sz="1425" b="0">
                <a:solidFill>
                  <a:srgbClr val="5C7084"/>
                </a:solidFill>
              </a:defRPr>
            </a:lvl7pPr>
            <a:lvl8pPr>
              <a:defRPr sz="1425" b="0">
                <a:solidFill>
                  <a:srgbClr val="5C7084"/>
                </a:solidFill>
              </a:defRPr>
            </a:lvl8pPr>
            <a:lvl9pPr>
              <a:defRPr sz="1425" b="0">
                <a:solidFill>
                  <a:srgbClr val="5C7084"/>
                </a:solidFill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C7084"/>
                </a:solidFill>
              </a:defRPr>
            </a:pPr>
            <a:r>
              <a:rPr sz="1425" b="0">
                <a:solidFill>
                  <a:srgbClr val="5C7084"/>
                </a:solidFill>
              </a:rPr>
              <a:t>当前仓库仅实现 DA 与内存仿真网关；正式协议待双方对齐。</a:t>
            </a:r>
          </a:p>
        </p:txBody>
      </p:sp>
    </p:spTree>
    <p:extLst>
      <p:ext uri="{BB962C8B-B14F-4D97-AF65-F5344CB8AC3E}">
        <p14:creationId xmlns:p14="http://schemas.microsoft.com/office/powerpoint/2010/main" val="132406774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19D0E2A-C0A6-47E9-9FD0-00B69AC60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5C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DDC97D-03CF-4995-BF27-1C51642AE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1000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0223A"/>
                </a:solidFill>
              </a:defRPr>
            </a:defPPr>
            <a:lvl1pPr>
              <a:defRPr sz="2550" b="1">
                <a:solidFill>
                  <a:srgbClr val="10223A"/>
                </a:solidFill>
              </a:defRPr>
            </a:lvl1pPr>
            <a:lvl2pPr>
              <a:defRPr sz="2550" b="1">
                <a:solidFill>
                  <a:srgbClr val="10223A"/>
                </a:solidFill>
              </a:defRPr>
            </a:lvl2pPr>
            <a:lvl3pPr>
              <a:defRPr sz="2550" b="1">
                <a:solidFill>
                  <a:srgbClr val="10223A"/>
                </a:solidFill>
              </a:defRPr>
            </a:lvl3pPr>
            <a:lvl4pPr>
              <a:defRPr sz="2550" b="1">
                <a:solidFill>
                  <a:srgbClr val="10223A"/>
                </a:solidFill>
              </a:defRPr>
            </a:lvl4pPr>
            <a:lvl5pPr>
              <a:defRPr sz="2550" b="1">
                <a:solidFill>
                  <a:srgbClr val="10223A"/>
                </a:solidFill>
              </a:defRPr>
            </a:lvl5pPr>
            <a:lvl6pPr>
              <a:defRPr sz="2550" b="1">
                <a:solidFill>
                  <a:srgbClr val="10223A"/>
                </a:solidFill>
              </a:defRPr>
            </a:lvl6pPr>
            <a:lvl7pPr>
              <a:defRPr sz="2550" b="1">
                <a:solidFill>
                  <a:srgbClr val="10223A"/>
                </a:solidFill>
              </a:defRPr>
            </a:lvl7pPr>
            <a:lvl8pPr>
              <a:defRPr sz="2550" b="1">
                <a:solidFill>
                  <a:srgbClr val="10223A"/>
                </a:solidFill>
              </a:defRPr>
            </a:lvl8pPr>
            <a:lvl9pPr>
              <a:defRPr sz="2550" b="1">
                <a:solidFill>
                  <a:srgbClr val="10223A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0223A"/>
                </a:solidFill>
              </a:defRPr>
            </a:pPr>
            <a:r>
              <a:rPr sz="2550" b="1">
                <a:solidFill>
                  <a:srgbClr val="10223A"/>
                </a:solidFill>
              </a:rPr>
              <a:t>最小闭环：从用户话术到确认回复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6520B4-278C-4B10-B48E-FCA75BC51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9650"/>
            <a:ext cx="1066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C7084"/>
                </a:solidFill>
              </a:defRPr>
            </a:defPPr>
            <a:lvl1pPr>
              <a:defRPr sz="1350" b="0">
                <a:solidFill>
                  <a:srgbClr val="5C7084"/>
                </a:solidFill>
              </a:defRPr>
            </a:lvl1pPr>
            <a:lvl2pPr>
              <a:defRPr sz="1350" b="0">
                <a:solidFill>
                  <a:srgbClr val="5C7084"/>
                </a:solidFill>
              </a:defRPr>
            </a:lvl2pPr>
            <a:lvl3pPr>
              <a:defRPr sz="1350" b="0">
                <a:solidFill>
                  <a:srgbClr val="5C7084"/>
                </a:solidFill>
              </a:defRPr>
            </a:lvl3pPr>
            <a:lvl4pPr>
              <a:defRPr sz="1350" b="0">
                <a:solidFill>
                  <a:srgbClr val="5C7084"/>
                </a:solidFill>
              </a:defRPr>
            </a:lvl4pPr>
            <a:lvl5pPr>
              <a:defRPr sz="1350" b="0">
                <a:solidFill>
                  <a:srgbClr val="5C7084"/>
                </a:solidFill>
              </a:defRPr>
            </a:lvl5pPr>
            <a:lvl6pPr>
              <a:defRPr sz="1350" b="0">
                <a:solidFill>
                  <a:srgbClr val="5C7084"/>
                </a:solidFill>
              </a:defRPr>
            </a:lvl6pPr>
            <a:lvl7pPr>
              <a:defRPr sz="1350" b="0">
                <a:solidFill>
                  <a:srgbClr val="5C7084"/>
                </a:solidFill>
              </a:defRPr>
            </a:lvl7pPr>
            <a:lvl8pPr>
              <a:defRPr sz="1350" b="0">
                <a:solidFill>
                  <a:srgbClr val="5C7084"/>
                </a:solidFill>
              </a:defRPr>
            </a:lvl8pPr>
            <a:lvl9pPr>
              <a:defRPr sz="1350" b="0">
                <a:solidFill>
                  <a:srgbClr val="5C7084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C7084"/>
                </a:solidFill>
              </a:defRPr>
            </a:pPr>
            <a:r>
              <a:rPr sz="1350" b="0">
                <a:solidFill>
                  <a:srgbClr val="5C7084"/>
                </a:solidFill>
              </a:rPr>
              <a:t>网关/ADAS 独立决定是否接受写请求；DA 只在收到确认后播报成功。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B5A457-AD0A-42AD-950C-F985C9ACC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19850"/>
            <a:ext cx="11010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EBB76C-EA50-4860-9EC0-10FAAFC79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86525"/>
            <a:ext cx="809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0">
                <a:solidFill>
                  <a:srgbClr val="5C7084"/>
                </a:solidFill>
              </a:defRPr>
            </a:defPPr>
            <a:lvl1pPr>
              <a:defRPr sz="825" b="0">
                <a:solidFill>
                  <a:srgbClr val="5C7084"/>
                </a:solidFill>
              </a:defRPr>
            </a:lvl1pPr>
            <a:lvl2pPr>
              <a:defRPr sz="825" b="0">
                <a:solidFill>
                  <a:srgbClr val="5C7084"/>
                </a:solidFill>
              </a:defRPr>
            </a:lvl2pPr>
            <a:lvl3pPr>
              <a:defRPr sz="825" b="0">
                <a:solidFill>
                  <a:srgbClr val="5C7084"/>
                </a:solidFill>
              </a:defRPr>
            </a:lvl3pPr>
            <a:lvl4pPr>
              <a:defRPr sz="825" b="0">
                <a:solidFill>
                  <a:srgbClr val="5C7084"/>
                </a:solidFill>
              </a:defRPr>
            </a:lvl4pPr>
            <a:lvl5pPr>
              <a:defRPr sz="825" b="0">
                <a:solidFill>
                  <a:srgbClr val="5C7084"/>
                </a:solidFill>
              </a:defRPr>
            </a:lvl5pPr>
            <a:lvl6pPr>
              <a:defRPr sz="825" b="0">
                <a:solidFill>
                  <a:srgbClr val="5C7084"/>
                </a:solidFill>
              </a:defRPr>
            </a:lvl6pPr>
            <a:lvl7pPr>
              <a:defRPr sz="825" b="0">
                <a:solidFill>
                  <a:srgbClr val="5C7084"/>
                </a:solidFill>
              </a:defRPr>
            </a:lvl7pPr>
            <a:lvl8pPr>
              <a:defRPr sz="825" b="0">
                <a:solidFill>
                  <a:srgbClr val="5C7084"/>
                </a:solidFill>
              </a:defRPr>
            </a:lvl8pPr>
            <a:lvl9pPr>
              <a:defRPr sz="825" b="0">
                <a:solidFill>
                  <a:srgbClr val="5C7084"/>
                </a:solidFill>
              </a:defRPr>
            </a:lvl9pPr>
          </a:lstStyle>
          <a:p xmlns:a="http://schemas.openxmlformats.org/drawingml/2006/main">
            <a:pPr>
              <a:defRPr sz="825" b="0">
                <a:solidFill>
                  <a:srgbClr val="5C7084"/>
                </a:solidFill>
              </a:defRPr>
            </a:pPr>
            <a:r>
              <a:rPr sz="825" b="0">
                <a:solidFill>
                  <a:srgbClr val="5C7084"/>
                </a:solidFill>
              </a:rPr>
              <a:t>DA MVP  |  仿真方案  |  2026-10-26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246748-570B-4B51-ACEE-919D85DFA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0">
                <a:solidFill>
                  <a:srgbClr val="5C7084"/>
                </a:solidFill>
              </a:defRPr>
            </a:defPPr>
            <a:lvl1pPr>
              <a:defRPr sz="825" b="0">
                <a:solidFill>
                  <a:srgbClr val="5C7084"/>
                </a:solidFill>
              </a:defRPr>
            </a:lvl1pPr>
            <a:lvl2pPr>
              <a:defRPr sz="825" b="0">
                <a:solidFill>
                  <a:srgbClr val="5C7084"/>
                </a:solidFill>
              </a:defRPr>
            </a:lvl2pPr>
            <a:lvl3pPr>
              <a:defRPr sz="825" b="0">
                <a:solidFill>
                  <a:srgbClr val="5C7084"/>
                </a:solidFill>
              </a:defRPr>
            </a:lvl3pPr>
            <a:lvl4pPr>
              <a:defRPr sz="825" b="0">
                <a:solidFill>
                  <a:srgbClr val="5C7084"/>
                </a:solidFill>
              </a:defRPr>
            </a:lvl4pPr>
            <a:lvl5pPr>
              <a:defRPr sz="825" b="0">
                <a:solidFill>
                  <a:srgbClr val="5C7084"/>
                </a:solidFill>
              </a:defRPr>
            </a:lvl5pPr>
            <a:lvl6pPr>
              <a:defRPr sz="825" b="0">
                <a:solidFill>
                  <a:srgbClr val="5C7084"/>
                </a:solidFill>
              </a:defRPr>
            </a:lvl6pPr>
            <a:lvl7pPr>
              <a:defRPr sz="825" b="0">
                <a:solidFill>
                  <a:srgbClr val="5C7084"/>
                </a:solidFill>
              </a:defRPr>
            </a:lvl7pPr>
            <a:lvl8pPr>
              <a:defRPr sz="825" b="0">
                <a:solidFill>
                  <a:srgbClr val="5C7084"/>
                </a:solidFill>
              </a:defRPr>
            </a:lvl8pPr>
            <a:lvl9pPr>
              <a:defRPr sz="825" b="0">
                <a:solidFill>
                  <a:srgbClr val="5C7084"/>
                </a:solidFill>
              </a:defRPr>
            </a:lvl9pPr>
          </a:lstStyle>
          <a:p xmlns:a="http://schemas.openxmlformats.org/drawingml/2006/main">
            <a:pPr>
              <a:defRPr sz="825" b="0">
                <a:solidFill>
                  <a:srgbClr val="5C7084"/>
                </a:solidFill>
              </a:defRPr>
            </a:pPr>
            <a:r>
              <a:rPr sz="825" b="0">
                <a:solidFill>
                  <a:srgbClr val="5C7084"/>
                </a:solidFill>
              </a:rPr>
              <a:t>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D29413-2C62-42AC-9A64-FD31A2BCE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71675"/>
            <a:ext cx="2057400" cy="291465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EAF3FA"/>
          </a:solidFill>
          <a:ln xmlns:a="http://schemas.openxmlformats.org/drawingml/2006/main" w="9525">
            <a:solidFill>
              <a:srgbClr val="C8D7E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C58A62-1988-43C1-B050-49CD71DBB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90750"/>
            <a:ext cx="1524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175CD3"/>
                </a:solidFill>
              </a:defRPr>
            </a:defPPr>
            <a:lvl1pPr>
              <a:defRPr sz="2400" b="1">
                <a:solidFill>
                  <a:srgbClr val="175CD3"/>
                </a:solidFill>
              </a:defRPr>
            </a:lvl1pPr>
            <a:lvl2pPr>
              <a:defRPr sz="2400" b="1">
                <a:solidFill>
                  <a:srgbClr val="175CD3"/>
                </a:solidFill>
              </a:defRPr>
            </a:lvl2pPr>
            <a:lvl3pPr>
              <a:defRPr sz="2400" b="1">
                <a:solidFill>
                  <a:srgbClr val="175CD3"/>
                </a:solidFill>
              </a:defRPr>
            </a:lvl3pPr>
            <a:lvl4pPr>
              <a:defRPr sz="2400" b="1">
                <a:solidFill>
                  <a:srgbClr val="175CD3"/>
                </a:solidFill>
              </a:defRPr>
            </a:lvl4pPr>
            <a:lvl5pPr>
              <a:defRPr sz="2400" b="1">
                <a:solidFill>
                  <a:srgbClr val="175CD3"/>
                </a:solidFill>
              </a:defRPr>
            </a:lvl5pPr>
            <a:lvl6pPr>
              <a:defRPr sz="2400" b="1">
                <a:solidFill>
                  <a:srgbClr val="175CD3"/>
                </a:solidFill>
              </a:defRPr>
            </a:lvl6pPr>
            <a:lvl7pPr>
              <a:defRPr sz="2400" b="1">
                <a:solidFill>
                  <a:srgbClr val="175CD3"/>
                </a:solidFill>
              </a:defRPr>
            </a:lvl7pPr>
            <a:lvl8pPr>
              <a:defRPr sz="2400" b="1">
                <a:solidFill>
                  <a:srgbClr val="175CD3"/>
                </a:solidFill>
              </a:defRPr>
            </a:lvl8pPr>
            <a:lvl9pPr>
              <a:defRPr sz="2400" b="1">
                <a:solidFill>
                  <a:srgbClr val="175CD3"/>
                </a:solidFill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175CD3"/>
                </a:solidFill>
              </a:defRPr>
            </a:pPr>
            <a:r>
              <a:rPr sz="2400" b="1">
                <a:solidFill>
                  <a:srgbClr val="175CD3"/>
                </a:solidFill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5A0F94-6CA0-47F1-9A1E-B7107EE61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52750"/>
            <a:ext cx="16383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0223A"/>
                </a:solidFill>
              </a:defRPr>
            </a:defPPr>
            <a:lvl1pPr>
              <a:defRPr sz="1800" b="1">
                <a:solidFill>
                  <a:srgbClr val="10223A"/>
                </a:solidFill>
              </a:defRPr>
            </a:lvl1pPr>
            <a:lvl2pPr>
              <a:defRPr sz="1800" b="1">
                <a:solidFill>
                  <a:srgbClr val="10223A"/>
                </a:solidFill>
              </a:defRPr>
            </a:lvl2pPr>
            <a:lvl3pPr>
              <a:defRPr sz="1800" b="1">
                <a:solidFill>
                  <a:srgbClr val="10223A"/>
                </a:solidFill>
              </a:defRPr>
            </a:lvl3pPr>
            <a:lvl4pPr>
              <a:defRPr sz="1800" b="1">
                <a:solidFill>
                  <a:srgbClr val="10223A"/>
                </a:solidFill>
              </a:defRPr>
            </a:lvl4pPr>
            <a:lvl5pPr>
              <a:defRPr sz="1800" b="1">
                <a:solidFill>
                  <a:srgbClr val="10223A"/>
                </a:solidFill>
              </a:defRPr>
            </a:lvl5pPr>
            <a:lvl6pPr>
              <a:defRPr sz="1800" b="1">
                <a:solidFill>
                  <a:srgbClr val="10223A"/>
                </a:solidFill>
              </a:defRPr>
            </a:lvl6pPr>
            <a:lvl7pPr>
              <a:defRPr sz="1800" b="1">
                <a:solidFill>
                  <a:srgbClr val="10223A"/>
                </a:solidFill>
              </a:defRPr>
            </a:lvl7pPr>
            <a:lvl8pPr>
              <a:defRPr sz="1800" b="1">
                <a:solidFill>
                  <a:srgbClr val="10223A"/>
                </a:solidFill>
              </a:defRPr>
            </a:lvl8pPr>
            <a:lvl9pPr>
              <a:defRPr sz="1800" b="1">
                <a:solidFill>
                  <a:srgbClr val="10223A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0223A"/>
                </a:solidFill>
              </a:defRPr>
            </a:pPr>
            <a:r>
              <a:rPr sz="1800" b="1">
                <a:solidFill>
                  <a:srgbClr val="10223A"/>
                </a:solidFill>
              </a:rPr>
              <a:t>PC 转发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CAA510-9916-47BA-B805-725C12012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19500"/>
            <a:ext cx="16478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182A3D"/>
                </a:solidFill>
              </a:defRPr>
            </a:defPPr>
            <a:lvl1pPr>
              <a:defRPr sz="1275" b="0">
                <a:solidFill>
                  <a:srgbClr val="182A3D"/>
                </a:solidFill>
              </a:defRPr>
            </a:lvl1pPr>
            <a:lvl2pPr>
              <a:defRPr sz="1275" b="0">
                <a:solidFill>
                  <a:srgbClr val="182A3D"/>
                </a:solidFill>
              </a:defRPr>
            </a:lvl2pPr>
            <a:lvl3pPr>
              <a:defRPr sz="1275" b="0">
                <a:solidFill>
                  <a:srgbClr val="182A3D"/>
                </a:solidFill>
              </a:defRPr>
            </a:lvl3pPr>
            <a:lvl4pPr>
              <a:defRPr sz="1275" b="0">
                <a:solidFill>
                  <a:srgbClr val="182A3D"/>
                </a:solidFill>
              </a:defRPr>
            </a:lvl4pPr>
            <a:lvl5pPr>
              <a:defRPr sz="1275" b="0">
                <a:solidFill>
                  <a:srgbClr val="182A3D"/>
                </a:solidFill>
              </a:defRPr>
            </a:lvl5pPr>
            <a:lvl6pPr>
              <a:defRPr sz="1275" b="0">
                <a:solidFill>
                  <a:srgbClr val="182A3D"/>
                </a:solidFill>
              </a:defRPr>
            </a:lvl6pPr>
            <a:lvl7pPr>
              <a:defRPr sz="1275" b="0">
                <a:solidFill>
                  <a:srgbClr val="182A3D"/>
                </a:solidFill>
              </a:defRPr>
            </a:lvl7pPr>
            <a:lvl8pPr>
              <a:defRPr sz="1275" b="0">
                <a:solidFill>
                  <a:srgbClr val="182A3D"/>
                </a:solidFill>
              </a:defRPr>
            </a:lvl8pPr>
            <a:lvl9pPr>
              <a:defRPr sz="1275" b="0">
                <a:solidFill>
                  <a:srgbClr val="182A3D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182A3D"/>
                </a:solidFill>
              </a:defRPr>
            </a:pPr>
            <a:r>
              <a:rPr sz="1275" b="0">
                <a:solidFill>
                  <a:srgbClr val="182A3D"/>
                </a:solidFill>
              </a:rPr>
              <a:t>文本 + 用户 + 会话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1E5EF3-227F-4679-B5CD-B504E6E20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1971675"/>
            <a:ext cx="2057400" cy="291465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EAF3FA"/>
          </a:solidFill>
          <a:ln xmlns:a="http://schemas.openxmlformats.org/drawingml/2006/main" w="9525">
            <a:solidFill>
              <a:srgbClr val="C8D7E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557527-55CA-4367-B6B3-D445D528A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2190750"/>
            <a:ext cx="1524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175CD3"/>
                </a:solidFill>
              </a:defRPr>
            </a:defPPr>
            <a:lvl1pPr>
              <a:defRPr sz="2400" b="1">
                <a:solidFill>
                  <a:srgbClr val="175CD3"/>
                </a:solidFill>
              </a:defRPr>
            </a:lvl1pPr>
            <a:lvl2pPr>
              <a:defRPr sz="2400" b="1">
                <a:solidFill>
                  <a:srgbClr val="175CD3"/>
                </a:solidFill>
              </a:defRPr>
            </a:lvl2pPr>
            <a:lvl3pPr>
              <a:defRPr sz="2400" b="1">
                <a:solidFill>
                  <a:srgbClr val="175CD3"/>
                </a:solidFill>
              </a:defRPr>
            </a:lvl3pPr>
            <a:lvl4pPr>
              <a:defRPr sz="2400" b="1">
                <a:solidFill>
                  <a:srgbClr val="175CD3"/>
                </a:solidFill>
              </a:defRPr>
            </a:lvl4pPr>
            <a:lvl5pPr>
              <a:defRPr sz="2400" b="1">
                <a:solidFill>
                  <a:srgbClr val="175CD3"/>
                </a:solidFill>
              </a:defRPr>
            </a:lvl5pPr>
            <a:lvl6pPr>
              <a:defRPr sz="2400" b="1">
                <a:solidFill>
                  <a:srgbClr val="175CD3"/>
                </a:solidFill>
              </a:defRPr>
            </a:lvl6pPr>
            <a:lvl7pPr>
              <a:defRPr sz="2400" b="1">
                <a:solidFill>
                  <a:srgbClr val="175CD3"/>
                </a:solidFill>
              </a:defRPr>
            </a:lvl7pPr>
            <a:lvl8pPr>
              <a:defRPr sz="2400" b="1">
                <a:solidFill>
                  <a:srgbClr val="175CD3"/>
                </a:solidFill>
              </a:defRPr>
            </a:lvl8pPr>
            <a:lvl9pPr>
              <a:defRPr sz="2400" b="1">
                <a:solidFill>
                  <a:srgbClr val="175CD3"/>
                </a:solidFill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175CD3"/>
                </a:solidFill>
              </a:defRPr>
            </a:pPr>
            <a:r>
              <a:rPr sz="2400" b="1">
                <a:solidFill>
                  <a:srgbClr val="175CD3"/>
                </a:solidFill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D530C2-0DE4-4C26-9918-E2FB92920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2952750"/>
            <a:ext cx="16383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0223A"/>
                </a:solidFill>
              </a:defRPr>
            </a:defPPr>
            <a:lvl1pPr>
              <a:defRPr sz="1800" b="1">
                <a:solidFill>
                  <a:srgbClr val="10223A"/>
                </a:solidFill>
              </a:defRPr>
            </a:lvl1pPr>
            <a:lvl2pPr>
              <a:defRPr sz="1800" b="1">
                <a:solidFill>
                  <a:srgbClr val="10223A"/>
                </a:solidFill>
              </a:defRPr>
            </a:lvl2pPr>
            <a:lvl3pPr>
              <a:defRPr sz="1800" b="1">
                <a:solidFill>
                  <a:srgbClr val="10223A"/>
                </a:solidFill>
              </a:defRPr>
            </a:lvl3pPr>
            <a:lvl4pPr>
              <a:defRPr sz="1800" b="1">
                <a:solidFill>
                  <a:srgbClr val="10223A"/>
                </a:solidFill>
              </a:defRPr>
            </a:lvl4pPr>
            <a:lvl5pPr>
              <a:defRPr sz="1800" b="1">
                <a:solidFill>
                  <a:srgbClr val="10223A"/>
                </a:solidFill>
              </a:defRPr>
            </a:lvl5pPr>
            <a:lvl6pPr>
              <a:defRPr sz="1800" b="1">
                <a:solidFill>
                  <a:srgbClr val="10223A"/>
                </a:solidFill>
              </a:defRPr>
            </a:lvl6pPr>
            <a:lvl7pPr>
              <a:defRPr sz="1800" b="1">
                <a:solidFill>
                  <a:srgbClr val="10223A"/>
                </a:solidFill>
              </a:defRPr>
            </a:lvl7pPr>
            <a:lvl8pPr>
              <a:defRPr sz="1800" b="1">
                <a:solidFill>
                  <a:srgbClr val="10223A"/>
                </a:solidFill>
              </a:defRPr>
            </a:lvl8pPr>
            <a:lvl9pPr>
              <a:defRPr sz="1800" b="1">
                <a:solidFill>
                  <a:srgbClr val="10223A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0223A"/>
                </a:solidFill>
              </a:defRPr>
            </a:pPr>
            <a:r>
              <a:rPr sz="1800" b="1">
                <a:solidFill>
                  <a:srgbClr val="10223A"/>
                </a:solidFill>
              </a:rPr>
              <a:t>DA 解析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F28337-0E29-4E48-AFA5-09D083DE4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3619500"/>
            <a:ext cx="16478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182A3D"/>
                </a:solidFill>
              </a:defRPr>
            </a:defPPr>
            <a:lvl1pPr>
              <a:defRPr sz="1275" b="0">
                <a:solidFill>
                  <a:srgbClr val="182A3D"/>
                </a:solidFill>
              </a:defRPr>
            </a:lvl1pPr>
            <a:lvl2pPr>
              <a:defRPr sz="1275" b="0">
                <a:solidFill>
                  <a:srgbClr val="182A3D"/>
                </a:solidFill>
              </a:defRPr>
            </a:lvl2pPr>
            <a:lvl3pPr>
              <a:defRPr sz="1275" b="0">
                <a:solidFill>
                  <a:srgbClr val="182A3D"/>
                </a:solidFill>
              </a:defRPr>
            </a:lvl3pPr>
            <a:lvl4pPr>
              <a:defRPr sz="1275" b="0">
                <a:solidFill>
                  <a:srgbClr val="182A3D"/>
                </a:solidFill>
              </a:defRPr>
            </a:lvl4pPr>
            <a:lvl5pPr>
              <a:defRPr sz="1275" b="0">
                <a:solidFill>
                  <a:srgbClr val="182A3D"/>
                </a:solidFill>
              </a:defRPr>
            </a:lvl5pPr>
            <a:lvl6pPr>
              <a:defRPr sz="1275" b="0">
                <a:solidFill>
                  <a:srgbClr val="182A3D"/>
                </a:solidFill>
              </a:defRPr>
            </a:lvl6pPr>
            <a:lvl7pPr>
              <a:defRPr sz="1275" b="0">
                <a:solidFill>
                  <a:srgbClr val="182A3D"/>
                </a:solidFill>
              </a:defRPr>
            </a:lvl7pPr>
            <a:lvl8pPr>
              <a:defRPr sz="1275" b="0">
                <a:solidFill>
                  <a:srgbClr val="182A3D"/>
                </a:solidFill>
              </a:defRPr>
            </a:lvl8pPr>
            <a:lvl9pPr>
              <a:defRPr sz="1275" b="0">
                <a:solidFill>
                  <a:srgbClr val="182A3D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182A3D"/>
                </a:solidFill>
              </a:defRPr>
            </a:pPr>
            <a:r>
              <a:rPr sz="1275" b="0">
                <a:solidFill>
                  <a:srgbClr val="182A3D"/>
                </a:solidFill>
              </a:rPr>
              <a:t>意图、状态、告警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F644CAD-E7F8-47E7-819B-E9C9DCA15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971675"/>
            <a:ext cx="2057400" cy="291465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10223A"/>
          </a:solidFill>
          <a:ln xmlns:a="http://schemas.openxmlformats.org/drawingml/2006/main" w="9525">
            <a:solidFill>
              <a:srgbClr val="10223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B44535A-8E20-4F08-A271-0D6A362A8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190750"/>
            <a:ext cx="1524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2FA6CE"/>
                </a:solidFill>
              </a:defRPr>
            </a:defPPr>
            <a:lvl1pPr>
              <a:defRPr sz="2400" b="1">
                <a:solidFill>
                  <a:srgbClr val="2FA6CE"/>
                </a:solidFill>
              </a:defRPr>
            </a:lvl1pPr>
            <a:lvl2pPr>
              <a:defRPr sz="2400" b="1">
                <a:solidFill>
                  <a:srgbClr val="2FA6CE"/>
                </a:solidFill>
              </a:defRPr>
            </a:lvl2pPr>
            <a:lvl3pPr>
              <a:defRPr sz="2400" b="1">
                <a:solidFill>
                  <a:srgbClr val="2FA6CE"/>
                </a:solidFill>
              </a:defRPr>
            </a:lvl3pPr>
            <a:lvl4pPr>
              <a:defRPr sz="2400" b="1">
                <a:solidFill>
                  <a:srgbClr val="2FA6CE"/>
                </a:solidFill>
              </a:defRPr>
            </a:lvl4pPr>
            <a:lvl5pPr>
              <a:defRPr sz="2400" b="1">
                <a:solidFill>
                  <a:srgbClr val="2FA6CE"/>
                </a:solidFill>
              </a:defRPr>
            </a:lvl5pPr>
            <a:lvl6pPr>
              <a:defRPr sz="2400" b="1">
                <a:solidFill>
                  <a:srgbClr val="2FA6CE"/>
                </a:solidFill>
              </a:defRPr>
            </a:lvl6pPr>
            <a:lvl7pPr>
              <a:defRPr sz="2400" b="1">
                <a:solidFill>
                  <a:srgbClr val="2FA6CE"/>
                </a:solidFill>
              </a:defRPr>
            </a:lvl7pPr>
            <a:lvl8pPr>
              <a:defRPr sz="2400" b="1">
                <a:solidFill>
                  <a:srgbClr val="2FA6CE"/>
                </a:solidFill>
              </a:defRPr>
            </a:lvl8pPr>
            <a:lvl9pPr>
              <a:defRPr sz="2400" b="1">
                <a:solidFill>
                  <a:srgbClr val="2FA6CE"/>
                </a:solidFill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2FA6CE"/>
                </a:solidFill>
              </a:defRPr>
            </a:pPr>
            <a:r>
              <a:rPr sz="2400" b="1">
                <a:solidFill>
                  <a:srgbClr val="2FA6CE"/>
                </a:solidFill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EC7AA9B-768E-4D03-A1EB-9D7B7AD44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952750"/>
            <a:ext cx="16383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FFFFFF"/>
                </a:solidFill>
              </a:defRPr>
            </a:defPPr>
            <a:lvl1pPr>
              <a:defRPr sz="1800" b="1">
                <a:solidFill>
                  <a:srgbClr val="FFFFFF"/>
                </a:solidFill>
              </a:defRPr>
            </a:lvl1pPr>
            <a:lvl2pPr>
              <a:defRPr sz="1800" b="1">
                <a:solidFill>
                  <a:srgbClr val="FFFFFF"/>
                </a:solidFill>
              </a:defRPr>
            </a:lvl2pPr>
            <a:lvl3pPr>
              <a:defRPr sz="1800" b="1">
                <a:solidFill>
                  <a:srgbClr val="FFFFFF"/>
                </a:solidFill>
              </a:defRPr>
            </a:lvl3pPr>
            <a:lvl4pPr>
              <a:defRPr sz="1800" b="1">
                <a:solidFill>
                  <a:srgbClr val="FFFFFF"/>
                </a:solidFill>
              </a:defRPr>
            </a:lvl4pPr>
            <a:lvl5pPr>
              <a:defRPr sz="1800" b="1">
                <a:solidFill>
                  <a:srgbClr val="FFFFFF"/>
                </a:solidFill>
              </a:defRPr>
            </a:lvl5pPr>
            <a:lvl6pPr>
              <a:defRPr sz="1800" b="1">
                <a:solidFill>
                  <a:srgbClr val="FFFFFF"/>
                </a:solidFill>
              </a:defRPr>
            </a:lvl6pPr>
            <a:lvl7pPr>
              <a:defRPr sz="1800" b="1">
                <a:solidFill>
                  <a:srgbClr val="FFFFFF"/>
                </a:solidFill>
              </a:defRPr>
            </a:lvl7pPr>
            <a:lvl8pPr>
              <a:defRPr sz="1800" b="1">
                <a:solidFill>
                  <a:srgbClr val="FFFFFF"/>
                </a:solidFill>
              </a:defRPr>
            </a:lvl8pPr>
            <a:lvl9pPr>
              <a:defRPr sz="18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安全校验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C668F58-C371-40FB-83C4-84296993B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619500"/>
            <a:ext cx="16478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FFFFFF"/>
                </a:solidFill>
              </a:defRPr>
            </a:defPPr>
            <a:lvl1pPr>
              <a:defRPr sz="1275" b="0">
                <a:solidFill>
                  <a:srgbClr val="FFFFFF"/>
                </a:solidFill>
              </a:defRPr>
            </a:lvl1pPr>
            <a:lvl2pPr>
              <a:defRPr sz="1275" b="0">
                <a:solidFill>
                  <a:srgbClr val="FFFFFF"/>
                </a:solidFill>
              </a:defRPr>
            </a:lvl2pPr>
            <a:lvl3pPr>
              <a:defRPr sz="1275" b="0">
                <a:solidFill>
                  <a:srgbClr val="FFFFFF"/>
                </a:solidFill>
              </a:defRPr>
            </a:lvl3pPr>
            <a:lvl4pPr>
              <a:defRPr sz="1275" b="0">
                <a:solidFill>
                  <a:srgbClr val="FFFFFF"/>
                </a:solidFill>
              </a:defRPr>
            </a:lvl4pPr>
            <a:lvl5pPr>
              <a:defRPr sz="1275" b="0">
                <a:solidFill>
                  <a:srgbClr val="FFFFFF"/>
                </a:solidFill>
              </a:defRPr>
            </a:lvl5pPr>
            <a:lvl6pPr>
              <a:defRPr sz="1275" b="0">
                <a:solidFill>
                  <a:srgbClr val="FFFFFF"/>
                </a:solidFill>
              </a:defRPr>
            </a:lvl6pPr>
            <a:lvl7pPr>
              <a:defRPr sz="1275" b="0">
                <a:solidFill>
                  <a:srgbClr val="FFFFFF"/>
                </a:solidFill>
              </a:defRPr>
            </a:lvl7pPr>
            <a:lvl8pPr>
              <a:defRPr sz="1275" b="0">
                <a:solidFill>
                  <a:srgbClr val="FFFFFF"/>
                </a:solidFill>
              </a:defRPr>
            </a:lvl8pPr>
            <a:lvl9pPr>
              <a:defRPr sz="1275" b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FFFFFF"/>
                </a:solidFill>
              </a:defRPr>
            </a:pPr>
            <a:r>
              <a:rPr sz="1275" b="0">
                <a:solidFill>
                  <a:srgbClr val="FFFFFF"/>
                </a:solidFill>
              </a:rPr>
              <a:t>白名单 + 新鲜度 + 边界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4C88374-5DEC-412D-BC52-63EF2A2B3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1971675"/>
            <a:ext cx="2057400" cy="291465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EAF3FA"/>
          </a:solidFill>
          <a:ln xmlns:a="http://schemas.openxmlformats.org/drawingml/2006/main" w="9525">
            <a:solidFill>
              <a:srgbClr val="C8D7E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7CFB42A-2593-48F3-9979-574C91D46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2190750"/>
            <a:ext cx="1524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175CD3"/>
                </a:solidFill>
              </a:defRPr>
            </a:defPPr>
            <a:lvl1pPr>
              <a:defRPr sz="2400" b="1">
                <a:solidFill>
                  <a:srgbClr val="175CD3"/>
                </a:solidFill>
              </a:defRPr>
            </a:lvl1pPr>
            <a:lvl2pPr>
              <a:defRPr sz="2400" b="1">
                <a:solidFill>
                  <a:srgbClr val="175CD3"/>
                </a:solidFill>
              </a:defRPr>
            </a:lvl2pPr>
            <a:lvl3pPr>
              <a:defRPr sz="2400" b="1">
                <a:solidFill>
                  <a:srgbClr val="175CD3"/>
                </a:solidFill>
              </a:defRPr>
            </a:lvl3pPr>
            <a:lvl4pPr>
              <a:defRPr sz="2400" b="1">
                <a:solidFill>
                  <a:srgbClr val="175CD3"/>
                </a:solidFill>
              </a:defRPr>
            </a:lvl4pPr>
            <a:lvl5pPr>
              <a:defRPr sz="2400" b="1">
                <a:solidFill>
                  <a:srgbClr val="175CD3"/>
                </a:solidFill>
              </a:defRPr>
            </a:lvl5pPr>
            <a:lvl6pPr>
              <a:defRPr sz="2400" b="1">
                <a:solidFill>
                  <a:srgbClr val="175CD3"/>
                </a:solidFill>
              </a:defRPr>
            </a:lvl6pPr>
            <a:lvl7pPr>
              <a:defRPr sz="2400" b="1">
                <a:solidFill>
                  <a:srgbClr val="175CD3"/>
                </a:solidFill>
              </a:defRPr>
            </a:lvl7pPr>
            <a:lvl8pPr>
              <a:defRPr sz="2400" b="1">
                <a:solidFill>
                  <a:srgbClr val="175CD3"/>
                </a:solidFill>
              </a:defRPr>
            </a:lvl8pPr>
            <a:lvl9pPr>
              <a:defRPr sz="2400" b="1">
                <a:solidFill>
                  <a:srgbClr val="175CD3"/>
                </a:solidFill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175CD3"/>
                </a:solidFill>
              </a:defRPr>
            </a:pPr>
            <a:r>
              <a:rPr sz="2400" b="1">
                <a:solidFill>
                  <a:srgbClr val="175CD3"/>
                </a:solidFill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F926FF9-13E1-49A2-B308-5CA421E40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2952750"/>
            <a:ext cx="16383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0223A"/>
                </a:solidFill>
              </a:defRPr>
            </a:defPPr>
            <a:lvl1pPr>
              <a:defRPr sz="1800" b="1">
                <a:solidFill>
                  <a:srgbClr val="10223A"/>
                </a:solidFill>
              </a:defRPr>
            </a:lvl1pPr>
            <a:lvl2pPr>
              <a:defRPr sz="1800" b="1">
                <a:solidFill>
                  <a:srgbClr val="10223A"/>
                </a:solidFill>
              </a:defRPr>
            </a:lvl2pPr>
            <a:lvl3pPr>
              <a:defRPr sz="1800" b="1">
                <a:solidFill>
                  <a:srgbClr val="10223A"/>
                </a:solidFill>
              </a:defRPr>
            </a:lvl3pPr>
            <a:lvl4pPr>
              <a:defRPr sz="1800" b="1">
                <a:solidFill>
                  <a:srgbClr val="10223A"/>
                </a:solidFill>
              </a:defRPr>
            </a:lvl4pPr>
            <a:lvl5pPr>
              <a:defRPr sz="1800" b="1">
                <a:solidFill>
                  <a:srgbClr val="10223A"/>
                </a:solidFill>
              </a:defRPr>
            </a:lvl5pPr>
            <a:lvl6pPr>
              <a:defRPr sz="1800" b="1">
                <a:solidFill>
                  <a:srgbClr val="10223A"/>
                </a:solidFill>
              </a:defRPr>
            </a:lvl6pPr>
            <a:lvl7pPr>
              <a:defRPr sz="1800" b="1">
                <a:solidFill>
                  <a:srgbClr val="10223A"/>
                </a:solidFill>
              </a:defRPr>
            </a:lvl7pPr>
            <a:lvl8pPr>
              <a:defRPr sz="1800" b="1">
                <a:solidFill>
                  <a:srgbClr val="10223A"/>
                </a:solidFill>
              </a:defRPr>
            </a:lvl8pPr>
            <a:lvl9pPr>
              <a:defRPr sz="1800" b="1">
                <a:solidFill>
                  <a:srgbClr val="10223A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0223A"/>
                </a:solidFill>
              </a:defRPr>
            </a:pPr>
            <a:r>
              <a:rPr sz="1800" b="1">
                <a:solidFill>
                  <a:srgbClr val="10223A"/>
                </a:solidFill>
              </a:rPr>
              <a:t>网关确认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6B8A917-2B26-4E81-B64B-7E2F197CD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3619500"/>
            <a:ext cx="16478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182A3D"/>
                </a:solidFill>
              </a:defRPr>
            </a:defPPr>
            <a:lvl1pPr>
              <a:defRPr sz="1275" b="0">
                <a:solidFill>
                  <a:srgbClr val="182A3D"/>
                </a:solidFill>
              </a:defRPr>
            </a:lvl1pPr>
            <a:lvl2pPr>
              <a:defRPr sz="1275" b="0">
                <a:solidFill>
                  <a:srgbClr val="182A3D"/>
                </a:solidFill>
              </a:defRPr>
            </a:lvl2pPr>
            <a:lvl3pPr>
              <a:defRPr sz="1275" b="0">
                <a:solidFill>
                  <a:srgbClr val="182A3D"/>
                </a:solidFill>
              </a:defRPr>
            </a:lvl3pPr>
            <a:lvl4pPr>
              <a:defRPr sz="1275" b="0">
                <a:solidFill>
                  <a:srgbClr val="182A3D"/>
                </a:solidFill>
              </a:defRPr>
            </a:lvl4pPr>
            <a:lvl5pPr>
              <a:defRPr sz="1275" b="0">
                <a:solidFill>
                  <a:srgbClr val="182A3D"/>
                </a:solidFill>
              </a:defRPr>
            </a:lvl5pPr>
            <a:lvl6pPr>
              <a:defRPr sz="1275" b="0">
                <a:solidFill>
                  <a:srgbClr val="182A3D"/>
                </a:solidFill>
              </a:defRPr>
            </a:lvl6pPr>
            <a:lvl7pPr>
              <a:defRPr sz="1275" b="0">
                <a:solidFill>
                  <a:srgbClr val="182A3D"/>
                </a:solidFill>
              </a:defRPr>
            </a:lvl7pPr>
            <a:lvl8pPr>
              <a:defRPr sz="1275" b="0">
                <a:solidFill>
                  <a:srgbClr val="182A3D"/>
                </a:solidFill>
              </a:defRPr>
            </a:lvl8pPr>
            <a:lvl9pPr>
              <a:defRPr sz="1275" b="0">
                <a:solidFill>
                  <a:srgbClr val="182A3D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182A3D"/>
                </a:solidFill>
              </a:defRPr>
            </a:pPr>
            <a:r>
              <a:rPr sz="1275" b="0">
                <a:solidFill>
                  <a:srgbClr val="182A3D"/>
                </a:solidFill>
              </a:rPr>
              <a:t>路由或偏好请求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6BEDB59-F72B-4D77-A5C0-1B34FC665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971675"/>
            <a:ext cx="2057400" cy="291465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EAF3FA"/>
          </a:solidFill>
          <a:ln xmlns:a="http://schemas.openxmlformats.org/drawingml/2006/main" w="9525">
            <a:solidFill>
              <a:srgbClr val="C8D7E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6701512-389B-40DE-9558-8EE1EDEC4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190750"/>
            <a:ext cx="1524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175CD3"/>
                </a:solidFill>
              </a:defRPr>
            </a:defPPr>
            <a:lvl1pPr>
              <a:defRPr sz="2400" b="1">
                <a:solidFill>
                  <a:srgbClr val="175CD3"/>
                </a:solidFill>
              </a:defRPr>
            </a:lvl1pPr>
            <a:lvl2pPr>
              <a:defRPr sz="2400" b="1">
                <a:solidFill>
                  <a:srgbClr val="175CD3"/>
                </a:solidFill>
              </a:defRPr>
            </a:lvl2pPr>
            <a:lvl3pPr>
              <a:defRPr sz="2400" b="1">
                <a:solidFill>
                  <a:srgbClr val="175CD3"/>
                </a:solidFill>
              </a:defRPr>
            </a:lvl3pPr>
            <a:lvl4pPr>
              <a:defRPr sz="2400" b="1">
                <a:solidFill>
                  <a:srgbClr val="175CD3"/>
                </a:solidFill>
              </a:defRPr>
            </a:lvl4pPr>
            <a:lvl5pPr>
              <a:defRPr sz="2400" b="1">
                <a:solidFill>
                  <a:srgbClr val="175CD3"/>
                </a:solidFill>
              </a:defRPr>
            </a:lvl5pPr>
            <a:lvl6pPr>
              <a:defRPr sz="2400" b="1">
                <a:solidFill>
                  <a:srgbClr val="175CD3"/>
                </a:solidFill>
              </a:defRPr>
            </a:lvl6pPr>
            <a:lvl7pPr>
              <a:defRPr sz="2400" b="1">
                <a:solidFill>
                  <a:srgbClr val="175CD3"/>
                </a:solidFill>
              </a:defRPr>
            </a:lvl7pPr>
            <a:lvl8pPr>
              <a:defRPr sz="2400" b="1">
                <a:solidFill>
                  <a:srgbClr val="175CD3"/>
                </a:solidFill>
              </a:defRPr>
            </a:lvl8pPr>
            <a:lvl9pPr>
              <a:defRPr sz="2400" b="1">
                <a:solidFill>
                  <a:srgbClr val="175CD3"/>
                </a:solidFill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175CD3"/>
                </a:solidFill>
              </a:defRPr>
            </a:pPr>
            <a:r>
              <a:rPr sz="2400" b="1">
                <a:solidFill>
                  <a:srgbClr val="175CD3"/>
                </a:solidFill>
              </a:rPr>
              <a:t>05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204395A-5E8F-41B3-B0E4-F1741F336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952750"/>
            <a:ext cx="16383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0223A"/>
                </a:solidFill>
              </a:defRPr>
            </a:defPPr>
            <a:lvl1pPr>
              <a:defRPr sz="1800" b="1">
                <a:solidFill>
                  <a:srgbClr val="10223A"/>
                </a:solidFill>
              </a:defRPr>
            </a:lvl1pPr>
            <a:lvl2pPr>
              <a:defRPr sz="1800" b="1">
                <a:solidFill>
                  <a:srgbClr val="10223A"/>
                </a:solidFill>
              </a:defRPr>
            </a:lvl2pPr>
            <a:lvl3pPr>
              <a:defRPr sz="1800" b="1">
                <a:solidFill>
                  <a:srgbClr val="10223A"/>
                </a:solidFill>
              </a:defRPr>
            </a:lvl3pPr>
            <a:lvl4pPr>
              <a:defRPr sz="1800" b="1">
                <a:solidFill>
                  <a:srgbClr val="10223A"/>
                </a:solidFill>
              </a:defRPr>
            </a:lvl4pPr>
            <a:lvl5pPr>
              <a:defRPr sz="1800" b="1">
                <a:solidFill>
                  <a:srgbClr val="10223A"/>
                </a:solidFill>
              </a:defRPr>
            </a:lvl5pPr>
            <a:lvl6pPr>
              <a:defRPr sz="1800" b="1">
                <a:solidFill>
                  <a:srgbClr val="10223A"/>
                </a:solidFill>
              </a:defRPr>
            </a:lvl6pPr>
            <a:lvl7pPr>
              <a:defRPr sz="1800" b="1">
                <a:solidFill>
                  <a:srgbClr val="10223A"/>
                </a:solidFill>
              </a:defRPr>
            </a:lvl7pPr>
            <a:lvl8pPr>
              <a:defRPr sz="1800" b="1">
                <a:solidFill>
                  <a:srgbClr val="10223A"/>
                </a:solidFill>
              </a:defRPr>
            </a:lvl8pPr>
            <a:lvl9pPr>
              <a:defRPr sz="1800" b="1">
                <a:solidFill>
                  <a:srgbClr val="10223A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0223A"/>
                </a:solidFill>
              </a:defRPr>
            </a:pPr>
            <a:r>
              <a:rPr sz="1800" b="1">
                <a:solidFill>
                  <a:srgbClr val="10223A"/>
                </a:solidFill>
              </a:rPr>
              <a:t>PC 播报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D11C751-9366-48AB-81FD-12B4E9B2C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619500"/>
            <a:ext cx="16478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182A3D"/>
                </a:solidFill>
              </a:defRPr>
            </a:defPPr>
            <a:lvl1pPr>
              <a:defRPr sz="1275" b="0">
                <a:solidFill>
                  <a:srgbClr val="182A3D"/>
                </a:solidFill>
              </a:defRPr>
            </a:lvl1pPr>
            <a:lvl2pPr>
              <a:defRPr sz="1275" b="0">
                <a:solidFill>
                  <a:srgbClr val="182A3D"/>
                </a:solidFill>
              </a:defRPr>
            </a:lvl2pPr>
            <a:lvl3pPr>
              <a:defRPr sz="1275" b="0">
                <a:solidFill>
                  <a:srgbClr val="182A3D"/>
                </a:solidFill>
              </a:defRPr>
            </a:lvl3pPr>
            <a:lvl4pPr>
              <a:defRPr sz="1275" b="0">
                <a:solidFill>
                  <a:srgbClr val="182A3D"/>
                </a:solidFill>
              </a:defRPr>
            </a:lvl4pPr>
            <a:lvl5pPr>
              <a:defRPr sz="1275" b="0">
                <a:solidFill>
                  <a:srgbClr val="182A3D"/>
                </a:solidFill>
              </a:defRPr>
            </a:lvl5pPr>
            <a:lvl6pPr>
              <a:defRPr sz="1275" b="0">
                <a:solidFill>
                  <a:srgbClr val="182A3D"/>
                </a:solidFill>
              </a:defRPr>
            </a:lvl6pPr>
            <a:lvl7pPr>
              <a:defRPr sz="1275" b="0">
                <a:solidFill>
                  <a:srgbClr val="182A3D"/>
                </a:solidFill>
              </a:defRPr>
            </a:lvl7pPr>
            <a:lvl8pPr>
              <a:defRPr sz="1275" b="0">
                <a:solidFill>
                  <a:srgbClr val="182A3D"/>
                </a:solidFill>
              </a:defRPr>
            </a:lvl8pPr>
            <a:lvl9pPr>
              <a:defRPr sz="1275" b="0">
                <a:solidFill>
                  <a:srgbClr val="182A3D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182A3D"/>
                </a:solidFill>
              </a:defRPr>
            </a:pPr>
            <a:r>
              <a:rPr sz="1275" b="0">
                <a:solidFill>
                  <a:srgbClr val="182A3D"/>
                </a:solidFill>
              </a:rPr>
              <a:t>结果、失败或追问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02F5957-1C9F-4203-83BA-388C53B08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0E855A"/>
                </a:solidFill>
              </a:defRPr>
            </a:defPPr>
            <a:lvl1pPr>
              <a:defRPr sz="1650" b="1">
                <a:solidFill>
                  <a:srgbClr val="0E855A"/>
                </a:solidFill>
              </a:defRPr>
            </a:lvl1pPr>
            <a:lvl2pPr>
              <a:defRPr sz="1650" b="1">
                <a:solidFill>
                  <a:srgbClr val="0E855A"/>
                </a:solidFill>
              </a:defRPr>
            </a:lvl2pPr>
            <a:lvl3pPr>
              <a:defRPr sz="1650" b="1">
                <a:solidFill>
                  <a:srgbClr val="0E855A"/>
                </a:solidFill>
              </a:defRPr>
            </a:lvl3pPr>
            <a:lvl4pPr>
              <a:defRPr sz="1650" b="1">
                <a:solidFill>
                  <a:srgbClr val="0E855A"/>
                </a:solidFill>
              </a:defRPr>
            </a:lvl4pPr>
            <a:lvl5pPr>
              <a:defRPr sz="1650" b="1">
                <a:solidFill>
                  <a:srgbClr val="0E855A"/>
                </a:solidFill>
              </a:defRPr>
            </a:lvl5pPr>
            <a:lvl6pPr>
              <a:defRPr sz="1650" b="1">
                <a:solidFill>
                  <a:srgbClr val="0E855A"/>
                </a:solidFill>
              </a:defRPr>
            </a:lvl6pPr>
            <a:lvl7pPr>
              <a:defRPr sz="1650" b="1">
                <a:solidFill>
                  <a:srgbClr val="0E855A"/>
                </a:solidFill>
              </a:defRPr>
            </a:lvl7pPr>
            <a:lvl8pPr>
              <a:defRPr sz="1650" b="1">
                <a:solidFill>
                  <a:srgbClr val="0E855A"/>
                </a:solidFill>
              </a:defRPr>
            </a:lvl8pPr>
            <a:lvl9pPr>
              <a:defRPr sz="1650" b="1">
                <a:solidFill>
                  <a:srgbClr val="0E855A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0E855A"/>
                </a:solidFill>
              </a:defRPr>
            </a:pPr>
            <a:r>
              <a:rPr sz="1650" b="1">
                <a:solidFill>
                  <a:srgbClr val="0E855A"/>
                </a:solidFill>
              </a:rPr>
              <a:t>写操作：DA 请求 → 网关校验 → 回执 → 回复</a:t>
            </a:r>
          </a:p>
        </p:txBody>
      </p:sp>
    </p:spTree>
    <p:extLst>
      <p:ext uri="{BB962C8B-B14F-4D97-AF65-F5344CB8AC3E}">
        <p14:creationId xmlns:p14="http://schemas.microsoft.com/office/powerpoint/2010/main" val="72814385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7CF608D-7C61-442B-8EEA-43C9D75DB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5C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1A2649-3364-44CF-BE6D-AFD77C9BD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1000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0223A"/>
                </a:solidFill>
              </a:defRPr>
            </a:defPPr>
            <a:lvl1pPr>
              <a:defRPr sz="2550" b="1">
                <a:solidFill>
                  <a:srgbClr val="10223A"/>
                </a:solidFill>
              </a:defRPr>
            </a:lvl1pPr>
            <a:lvl2pPr>
              <a:defRPr sz="2550" b="1">
                <a:solidFill>
                  <a:srgbClr val="10223A"/>
                </a:solidFill>
              </a:defRPr>
            </a:lvl2pPr>
            <a:lvl3pPr>
              <a:defRPr sz="2550" b="1">
                <a:solidFill>
                  <a:srgbClr val="10223A"/>
                </a:solidFill>
              </a:defRPr>
            </a:lvl3pPr>
            <a:lvl4pPr>
              <a:defRPr sz="2550" b="1">
                <a:solidFill>
                  <a:srgbClr val="10223A"/>
                </a:solidFill>
              </a:defRPr>
            </a:lvl4pPr>
            <a:lvl5pPr>
              <a:defRPr sz="2550" b="1">
                <a:solidFill>
                  <a:srgbClr val="10223A"/>
                </a:solidFill>
              </a:defRPr>
            </a:lvl5pPr>
            <a:lvl6pPr>
              <a:defRPr sz="2550" b="1">
                <a:solidFill>
                  <a:srgbClr val="10223A"/>
                </a:solidFill>
              </a:defRPr>
            </a:lvl6pPr>
            <a:lvl7pPr>
              <a:defRPr sz="2550" b="1">
                <a:solidFill>
                  <a:srgbClr val="10223A"/>
                </a:solidFill>
              </a:defRPr>
            </a:lvl7pPr>
            <a:lvl8pPr>
              <a:defRPr sz="2550" b="1">
                <a:solidFill>
                  <a:srgbClr val="10223A"/>
                </a:solidFill>
              </a:defRPr>
            </a:lvl8pPr>
            <a:lvl9pPr>
              <a:defRPr sz="2550" b="1">
                <a:solidFill>
                  <a:srgbClr val="10223A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0223A"/>
                </a:solidFill>
              </a:defRPr>
            </a:pPr>
            <a:r>
              <a:rPr sz="2550" b="1">
                <a:solidFill>
                  <a:srgbClr val="10223A"/>
                </a:solidFill>
              </a:rPr>
              <a:t>MVP 三个演示场景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A3AB0E-16B6-4D6A-94AE-2046BB6E4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9650"/>
            <a:ext cx="1066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C7084"/>
                </a:solidFill>
              </a:defRPr>
            </a:defPPr>
            <a:lvl1pPr>
              <a:defRPr sz="1350" b="0">
                <a:solidFill>
                  <a:srgbClr val="5C7084"/>
                </a:solidFill>
              </a:defRPr>
            </a:lvl1pPr>
            <a:lvl2pPr>
              <a:defRPr sz="1350" b="0">
                <a:solidFill>
                  <a:srgbClr val="5C7084"/>
                </a:solidFill>
              </a:defRPr>
            </a:lvl2pPr>
            <a:lvl3pPr>
              <a:defRPr sz="1350" b="0">
                <a:solidFill>
                  <a:srgbClr val="5C7084"/>
                </a:solidFill>
              </a:defRPr>
            </a:lvl3pPr>
            <a:lvl4pPr>
              <a:defRPr sz="1350" b="0">
                <a:solidFill>
                  <a:srgbClr val="5C7084"/>
                </a:solidFill>
              </a:defRPr>
            </a:lvl4pPr>
            <a:lvl5pPr>
              <a:defRPr sz="1350" b="0">
                <a:solidFill>
                  <a:srgbClr val="5C7084"/>
                </a:solidFill>
              </a:defRPr>
            </a:lvl5pPr>
            <a:lvl6pPr>
              <a:defRPr sz="1350" b="0">
                <a:solidFill>
                  <a:srgbClr val="5C7084"/>
                </a:solidFill>
              </a:defRPr>
            </a:lvl6pPr>
            <a:lvl7pPr>
              <a:defRPr sz="1350" b="0">
                <a:solidFill>
                  <a:srgbClr val="5C7084"/>
                </a:solidFill>
              </a:defRPr>
            </a:lvl7pPr>
            <a:lvl8pPr>
              <a:defRPr sz="1350" b="0">
                <a:solidFill>
                  <a:srgbClr val="5C7084"/>
                </a:solidFill>
              </a:defRPr>
            </a:lvl8pPr>
            <a:lvl9pPr>
              <a:defRPr sz="1350" b="0">
                <a:solidFill>
                  <a:srgbClr val="5C7084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C7084"/>
                </a:solidFill>
              </a:defRPr>
            </a:pPr>
            <a:r>
              <a:rPr sz="1350" b="0">
                <a:solidFill>
                  <a:srgbClr val="5C7084"/>
                </a:solidFill>
              </a:rPr>
              <a:t>所有 ETA、偏好与事件来自显式的仿真状态。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BC0B35-160A-4E7E-8DD6-7CA08483C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19850"/>
            <a:ext cx="11010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06F820-9BAD-429E-97E2-8763DC358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86525"/>
            <a:ext cx="809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0">
                <a:solidFill>
                  <a:srgbClr val="5C7084"/>
                </a:solidFill>
              </a:defRPr>
            </a:defPPr>
            <a:lvl1pPr>
              <a:defRPr sz="825" b="0">
                <a:solidFill>
                  <a:srgbClr val="5C7084"/>
                </a:solidFill>
              </a:defRPr>
            </a:lvl1pPr>
            <a:lvl2pPr>
              <a:defRPr sz="825" b="0">
                <a:solidFill>
                  <a:srgbClr val="5C7084"/>
                </a:solidFill>
              </a:defRPr>
            </a:lvl2pPr>
            <a:lvl3pPr>
              <a:defRPr sz="825" b="0">
                <a:solidFill>
                  <a:srgbClr val="5C7084"/>
                </a:solidFill>
              </a:defRPr>
            </a:lvl3pPr>
            <a:lvl4pPr>
              <a:defRPr sz="825" b="0">
                <a:solidFill>
                  <a:srgbClr val="5C7084"/>
                </a:solidFill>
              </a:defRPr>
            </a:lvl4pPr>
            <a:lvl5pPr>
              <a:defRPr sz="825" b="0">
                <a:solidFill>
                  <a:srgbClr val="5C7084"/>
                </a:solidFill>
              </a:defRPr>
            </a:lvl5pPr>
            <a:lvl6pPr>
              <a:defRPr sz="825" b="0">
                <a:solidFill>
                  <a:srgbClr val="5C7084"/>
                </a:solidFill>
              </a:defRPr>
            </a:lvl6pPr>
            <a:lvl7pPr>
              <a:defRPr sz="825" b="0">
                <a:solidFill>
                  <a:srgbClr val="5C7084"/>
                </a:solidFill>
              </a:defRPr>
            </a:lvl7pPr>
            <a:lvl8pPr>
              <a:defRPr sz="825" b="0">
                <a:solidFill>
                  <a:srgbClr val="5C7084"/>
                </a:solidFill>
              </a:defRPr>
            </a:lvl8pPr>
            <a:lvl9pPr>
              <a:defRPr sz="825" b="0">
                <a:solidFill>
                  <a:srgbClr val="5C7084"/>
                </a:solidFill>
              </a:defRPr>
            </a:lvl9pPr>
          </a:lstStyle>
          <a:p xmlns:a="http://schemas.openxmlformats.org/drawingml/2006/main">
            <a:pPr>
              <a:defRPr sz="825" b="0">
                <a:solidFill>
                  <a:srgbClr val="5C7084"/>
                </a:solidFill>
              </a:defRPr>
            </a:pPr>
            <a:r>
              <a:rPr sz="825" b="0">
                <a:solidFill>
                  <a:srgbClr val="5C7084"/>
                </a:solidFill>
              </a:rPr>
              <a:t>DA MVP  |  仿真方案  |  2026-10-26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3AEB07-5C55-4A8A-9333-D6E926768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0">
                <a:solidFill>
                  <a:srgbClr val="5C7084"/>
                </a:solidFill>
              </a:defRPr>
            </a:defPPr>
            <a:lvl1pPr>
              <a:defRPr sz="825" b="0">
                <a:solidFill>
                  <a:srgbClr val="5C7084"/>
                </a:solidFill>
              </a:defRPr>
            </a:lvl1pPr>
            <a:lvl2pPr>
              <a:defRPr sz="825" b="0">
                <a:solidFill>
                  <a:srgbClr val="5C7084"/>
                </a:solidFill>
              </a:defRPr>
            </a:lvl2pPr>
            <a:lvl3pPr>
              <a:defRPr sz="825" b="0">
                <a:solidFill>
                  <a:srgbClr val="5C7084"/>
                </a:solidFill>
              </a:defRPr>
            </a:lvl3pPr>
            <a:lvl4pPr>
              <a:defRPr sz="825" b="0">
                <a:solidFill>
                  <a:srgbClr val="5C7084"/>
                </a:solidFill>
              </a:defRPr>
            </a:lvl4pPr>
            <a:lvl5pPr>
              <a:defRPr sz="825" b="0">
                <a:solidFill>
                  <a:srgbClr val="5C7084"/>
                </a:solidFill>
              </a:defRPr>
            </a:lvl5pPr>
            <a:lvl6pPr>
              <a:defRPr sz="825" b="0">
                <a:solidFill>
                  <a:srgbClr val="5C7084"/>
                </a:solidFill>
              </a:defRPr>
            </a:lvl6pPr>
            <a:lvl7pPr>
              <a:defRPr sz="825" b="0">
                <a:solidFill>
                  <a:srgbClr val="5C7084"/>
                </a:solidFill>
              </a:defRPr>
            </a:lvl7pPr>
            <a:lvl8pPr>
              <a:defRPr sz="825" b="0">
                <a:solidFill>
                  <a:srgbClr val="5C7084"/>
                </a:solidFill>
              </a:defRPr>
            </a:lvl8pPr>
            <a:lvl9pPr>
              <a:defRPr sz="825" b="0">
                <a:solidFill>
                  <a:srgbClr val="5C7084"/>
                </a:solidFill>
              </a:defRPr>
            </a:lvl9pPr>
          </a:lstStyle>
          <a:p xmlns:a="http://schemas.openxmlformats.org/drawingml/2006/main">
            <a:pPr>
              <a:defRPr sz="825" b="0">
                <a:solidFill>
                  <a:srgbClr val="5C7084"/>
                </a:solidFill>
              </a:defRPr>
            </a:pPr>
            <a:r>
              <a:rPr sz="825" b="0">
                <a:solidFill>
                  <a:srgbClr val="5C7084"/>
                </a:solidFill>
              </a:rPr>
              <a:t>05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0FFD41-ED8A-4EE0-88DE-A8422F3B3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09750"/>
            <a:ext cx="3476625" cy="3733800"/>
          </a:xfrm>
          <a:prstGeom xmlns:a="http://schemas.openxmlformats.org/drawingml/2006/main" prst="roundRect">
            <a:avLst>
              <a:gd name="adj" fmla="val 2192"/>
            </a:avLst>
          </a:prstGeom>
          <a:solidFill xmlns:a="http://schemas.openxmlformats.org/drawingml/2006/main">
            <a:srgbClr val="EAF3FA"/>
          </a:solidFill>
          <a:ln xmlns:a="http://schemas.openxmlformats.org/drawingml/2006/main" w="9525">
            <a:solidFill>
              <a:srgbClr val="C8D7E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1D2039-9B16-476B-8D5E-D2AC1A9D8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09750"/>
            <a:ext cx="76200" cy="3733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5C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FDEC41-BA9E-40C4-9425-06996B1A1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19300"/>
            <a:ext cx="29813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0223A"/>
                </a:solidFill>
              </a:defRPr>
            </a:defPPr>
            <a:lvl1pPr>
              <a:defRPr sz="1800" b="1">
                <a:solidFill>
                  <a:srgbClr val="10223A"/>
                </a:solidFill>
              </a:defRPr>
            </a:lvl1pPr>
            <a:lvl2pPr>
              <a:defRPr sz="1800" b="1">
                <a:solidFill>
                  <a:srgbClr val="10223A"/>
                </a:solidFill>
              </a:defRPr>
            </a:lvl2pPr>
            <a:lvl3pPr>
              <a:defRPr sz="1800" b="1">
                <a:solidFill>
                  <a:srgbClr val="10223A"/>
                </a:solidFill>
              </a:defRPr>
            </a:lvl3pPr>
            <a:lvl4pPr>
              <a:defRPr sz="1800" b="1">
                <a:solidFill>
                  <a:srgbClr val="10223A"/>
                </a:solidFill>
              </a:defRPr>
            </a:lvl4pPr>
            <a:lvl5pPr>
              <a:defRPr sz="1800" b="1">
                <a:solidFill>
                  <a:srgbClr val="10223A"/>
                </a:solidFill>
              </a:defRPr>
            </a:lvl5pPr>
            <a:lvl6pPr>
              <a:defRPr sz="1800" b="1">
                <a:solidFill>
                  <a:srgbClr val="10223A"/>
                </a:solidFill>
              </a:defRPr>
            </a:lvl6pPr>
            <a:lvl7pPr>
              <a:defRPr sz="1800" b="1">
                <a:solidFill>
                  <a:srgbClr val="10223A"/>
                </a:solidFill>
              </a:defRPr>
            </a:lvl7pPr>
            <a:lvl8pPr>
              <a:defRPr sz="1800" b="1">
                <a:solidFill>
                  <a:srgbClr val="10223A"/>
                </a:solidFill>
              </a:defRPr>
            </a:lvl8pPr>
            <a:lvl9pPr>
              <a:defRPr sz="1800" b="1">
                <a:solidFill>
                  <a:srgbClr val="10223A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0223A"/>
                </a:solidFill>
              </a:defRPr>
            </a:pPr>
            <a:r>
              <a:rPr sz="1800" b="1">
                <a:solidFill>
                  <a:srgbClr val="10223A"/>
                </a:solidFill>
              </a:rPr>
              <a:t>01 动态导航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F3EB8C-BB2A-4D03-BA14-1D64E6C47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33650"/>
            <a:ext cx="2962275" cy="289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182A3D"/>
                </a:solidFill>
              </a:defRPr>
            </a:defPPr>
            <a:lvl1pPr>
              <a:defRPr sz="1350" b="0">
                <a:solidFill>
                  <a:srgbClr val="182A3D"/>
                </a:solidFill>
              </a:defRPr>
            </a:lvl1pPr>
            <a:lvl2pPr>
              <a:defRPr sz="1350" b="0">
                <a:solidFill>
                  <a:srgbClr val="182A3D"/>
                </a:solidFill>
              </a:defRPr>
            </a:lvl2pPr>
            <a:lvl3pPr>
              <a:defRPr sz="1350" b="0">
                <a:solidFill>
                  <a:srgbClr val="182A3D"/>
                </a:solidFill>
              </a:defRPr>
            </a:lvl3pPr>
            <a:lvl4pPr>
              <a:defRPr sz="1350" b="0">
                <a:solidFill>
                  <a:srgbClr val="182A3D"/>
                </a:solidFill>
              </a:defRPr>
            </a:lvl4pPr>
            <a:lvl5pPr>
              <a:defRPr sz="1350" b="0">
                <a:solidFill>
                  <a:srgbClr val="182A3D"/>
                </a:solidFill>
              </a:defRPr>
            </a:lvl5pPr>
            <a:lvl6pPr>
              <a:defRPr sz="1350" b="0">
                <a:solidFill>
                  <a:srgbClr val="182A3D"/>
                </a:solidFill>
              </a:defRPr>
            </a:lvl6pPr>
            <a:lvl7pPr>
              <a:defRPr sz="1350" b="0">
                <a:solidFill>
                  <a:srgbClr val="182A3D"/>
                </a:solidFill>
              </a:defRPr>
            </a:lvl7pPr>
            <a:lvl8pPr>
              <a:defRPr sz="1350" b="0">
                <a:solidFill>
                  <a:srgbClr val="182A3D"/>
                </a:solidFill>
              </a:defRPr>
            </a:lvl8pPr>
            <a:lvl9pPr>
              <a:defRPr sz="1350" b="0">
                <a:solidFill>
                  <a:srgbClr val="182A3D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182A3D"/>
                </a:solidFill>
              </a:defRPr>
            </a:pPr>
            <a:r>
              <a:rPr sz="1350" b="0">
                <a:solidFill>
                  <a:srgbClr val="182A3D"/>
                </a:solidFill>
              </a:rPr>
              <a:t>“换一条更快的路”</a:t>
            </a:r>
          </a:p>
          <a:p xmlns:a="http://schemas.openxmlformats.org/drawingml/2006/main">
            <a:pPr>
              <a:defRPr sz="1350" b="0">
                <a:solidFill>
                  <a:srgbClr val="182A3D"/>
                </a:solidFill>
              </a:defRPr>
            </a:pPr>
            <a:r>
              <a:rPr sz="1350" b="0">
                <a:solidFill>
                  <a:srgbClr val="182A3D"/>
                </a:solidFill>
              </a:rPr>
              <a:t>当前 18 分钟</a:t>
            </a:r>
          </a:p>
          <a:p xmlns:a="http://schemas.openxmlformats.org/drawingml/2006/main">
            <a:pPr>
              <a:defRPr sz="1350" b="0">
                <a:solidFill>
                  <a:srgbClr val="182A3D"/>
                </a:solidFill>
              </a:defRPr>
            </a:pPr>
            <a:r>
              <a:rPr sz="1350" b="0">
                <a:solidFill>
                  <a:srgbClr val="182A3D"/>
                </a:solidFill>
              </a:rPr>
              <a:t>候选 15 分钟</a:t>
            </a:r>
          </a:p>
          <a:p xmlns:a="http://schemas.openxmlformats.org/drawingml/2006/main">
            <a:pPr>
              <a:defRPr sz="1350" b="0">
                <a:solidFill>
                  <a:srgbClr val="182A3D"/>
                </a:solidFill>
              </a:defRPr>
            </a:pPr>
            <a:r>
              <a:rPr sz="1350" b="0">
                <a:solidFill>
                  <a:srgbClr val="182A3D"/>
                </a:solidFill>
              </a:rPr>
              <a:t>确认后回复节省 3 分钟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983EF5-CE94-4AAB-B679-1DAA0508C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1809750"/>
            <a:ext cx="3476625" cy="3733800"/>
          </a:xfrm>
          <a:prstGeom xmlns:a="http://schemas.openxmlformats.org/drawingml/2006/main" prst="roundRect">
            <a:avLst>
              <a:gd name="adj" fmla="val 2192"/>
            </a:avLst>
          </a:prstGeom>
          <a:solidFill xmlns:a="http://schemas.openxmlformats.org/drawingml/2006/main">
            <a:srgbClr val="EAF3FA"/>
          </a:solidFill>
          <a:ln xmlns:a="http://schemas.openxmlformats.org/drawingml/2006/main" w="9525">
            <a:solidFill>
              <a:srgbClr val="C8D7E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18B584-C656-41BC-8F4C-EA1774EE6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1809750"/>
            <a:ext cx="76200" cy="3733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A6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42C76A-4714-438B-B765-2651C0CF8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019300"/>
            <a:ext cx="29813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0223A"/>
                </a:solidFill>
              </a:defRPr>
            </a:defPPr>
            <a:lvl1pPr>
              <a:defRPr sz="1800" b="1">
                <a:solidFill>
                  <a:srgbClr val="10223A"/>
                </a:solidFill>
              </a:defRPr>
            </a:lvl1pPr>
            <a:lvl2pPr>
              <a:defRPr sz="1800" b="1">
                <a:solidFill>
                  <a:srgbClr val="10223A"/>
                </a:solidFill>
              </a:defRPr>
            </a:lvl2pPr>
            <a:lvl3pPr>
              <a:defRPr sz="1800" b="1">
                <a:solidFill>
                  <a:srgbClr val="10223A"/>
                </a:solidFill>
              </a:defRPr>
            </a:lvl3pPr>
            <a:lvl4pPr>
              <a:defRPr sz="1800" b="1">
                <a:solidFill>
                  <a:srgbClr val="10223A"/>
                </a:solidFill>
              </a:defRPr>
            </a:lvl4pPr>
            <a:lvl5pPr>
              <a:defRPr sz="1800" b="1">
                <a:solidFill>
                  <a:srgbClr val="10223A"/>
                </a:solidFill>
              </a:defRPr>
            </a:lvl5pPr>
            <a:lvl6pPr>
              <a:defRPr sz="1800" b="1">
                <a:solidFill>
                  <a:srgbClr val="10223A"/>
                </a:solidFill>
              </a:defRPr>
            </a:lvl6pPr>
            <a:lvl7pPr>
              <a:defRPr sz="1800" b="1">
                <a:solidFill>
                  <a:srgbClr val="10223A"/>
                </a:solidFill>
              </a:defRPr>
            </a:lvl7pPr>
            <a:lvl8pPr>
              <a:defRPr sz="1800" b="1">
                <a:solidFill>
                  <a:srgbClr val="10223A"/>
                </a:solidFill>
              </a:defRPr>
            </a:lvl8pPr>
            <a:lvl9pPr>
              <a:defRPr sz="1800" b="1">
                <a:solidFill>
                  <a:srgbClr val="10223A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0223A"/>
                </a:solidFill>
              </a:defRPr>
            </a:pPr>
            <a:r>
              <a:rPr sz="1800" b="1">
                <a:solidFill>
                  <a:srgbClr val="10223A"/>
                </a:solidFill>
              </a:rPr>
              <a:t>02 驾驶偏好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F3D899-082E-4772-AE10-784AD7CE2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533650"/>
            <a:ext cx="2962275" cy="289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182A3D"/>
                </a:solidFill>
              </a:defRPr>
            </a:defPPr>
            <a:lvl1pPr>
              <a:defRPr sz="1350" b="0">
                <a:solidFill>
                  <a:srgbClr val="182A3D"/>
                </a:solidFill>
              </a:defRPr>
            </a:lvl1pPr>
            <a:lvl2pPr>
              <a:defRPr sz="1350" b="0">
                <a:solidFill>
                  <a:srgbClr val="182A3D"/>
                </a:solidFill>
              </a:defRPr>
            </a:lvl2pPr>
            <a:lvl3pPr>
              <a:defRPr sz="1350" b="0">
                <a:solidFill>
                  <a:srgbClr val="182A3D"/>
                </a:solidFill>
              </a:defRPr>
            </a:lvl3pPr>
            <a:lvl4pPr>
              <a:defRPr sz="1350" b="0">
                <a:solidFill>
                  <a:srgbClr val="182A3D"/>
                </a:solidFill>
              </a:defRPr>
            </a:lvl4pPr>
            <a:lvl5pPr>
              <a:defRPr sz="1350" b="0">
                <a:solidFill>
                  <a:srgbClr val="182A3D"/>
                </a:solidFill>
              </a:defRPr>
            </a:lvl5pPr>
            <a:lvl6pPr>
              <a:defRPr sz="1350" b="0">
                <a:solidFill>
                  <a:srgbClr val="182A3D"/>
                </a:solidFill>
              </a:defRPr>
            </a:lvl6pPr>
            <a:lvl7pPr>
              <a:defRPr sz="1350" b="0">
                <a:solidFill>
                  <a:srgbClr val="182A3D"/>
                </a:solidFill>
              </a:defRPr>
            </a:lvl7pPr>
            <a:lvl8pPr>
              <a:defRPr sz="1350" b="0">
                <a:solidFill>
                  <a:srgbClr val="182A3D"/>
                </a:solidFill>
              </a:defRPr>
            </a:lvl8pPr>
            <a:lvl9pPr>
              <a:defRPr sz="1350" b="0">
                <a:solidFill>
                  <a:srgbClr val="182A3D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182A3D"/>
                </a:solidFill>
              </a:defRPr>
            </a:pPr>
            <a:r>
              <a:rPr sz="1350" b="0">
                <a:solidFill>
                  <a:srgbClr val="182A3D"/>
                </a:solidFill>
              </a:rPr>
              <a:t>“跟车距离调远一点”</a:t>
            </a:r>
          </a:p>
          <a:p xmlns:a="http://schemas.openxmlformats.org/drawingml/2006/main">
            <a:pPr>
              <a:defRPr sz="1350" b="0">
                <a:solidFill>
                  <a:srgbClr val="182A3D"/>
                </a:solidFill>
              </a:defRPr>
            </a:pPr>
            <a:r>
              <a:rPr sz="1350" b="0">
                <a:solidFill>
                  <a:srgbClr val="182A3D"/>
                </a:solidFill>
              </a:rPr>
              <a:t>NOA active、当前 2 级</a:t>
            </a:r>
          </a:p>
          <a:p xmlns:a="http://schemas.openxmlformats.org/drawingml/2006/main">
            <a:pPr>
              <a:defRPr sz="1350" b="0">
                <a:solidFill>
                  <a:srgbClr val="182A3D"/>
                </a:solidFill>
              </a:defRPr>
            </a:pPr>
            <a:r>
              <a:rPr sz="1350" b="0">
                <a:solidFill>
                  <a:srgbClr val="182A3D"/>
                </a:solidFill>
              </a:rPr>
              <a:t>边界检查后请求 3 级</a:t>
            </a:r>
          </a:p>
          <a:p xmlns:a="http://schemas.openxmlformats.org/drawingml/2006/main">
            <a:pPr>
              <a:defRPr sz="1350" b="0">
                <a:solidFill>
                  <a:srgbClr val="182A3D"/>
                </a:solidFill>
              </a:defRPr>
            </a:pPr>
            <a:r>
              <a:rPr sz="1350" b="0">
                <a:solidFill>
                  <a:srgbClr val="182A3D"/>
                </a:solidFill>
              </a:rPr>
              <a:t>确认后回复结果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E63BCD-C06F-4F04-AD91-1CA30A223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809750"/>
            <a:ext cx="3476625" cy="3733800"/>
          </a:xfrm>
          <a:prstGeom xmlns:a="http://schemas.openxmlformats.org/drawingml/2006/main" prst="roundRect">
            <a:avLst>
              <a:gd name="adj" fmla="val 2192"/>
            </a:avLst>
          </a:prstGeom>
          <a:solidFill xmlns:a="http://schemas.openxmlformats.org/drawingml/2006/main">
            <a:srgbClr val="EAF3FA"/>
          </a:solidFill>
          <a:ln xmlns:a="http://schemas.openxmlformats.org/drawingml/2006/main" w="9525">
            <a:solidFill>
              <a:srgbClr val="C8D7E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B51D9BE-C9B6-4DB4-8284-00866C41E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809750"/>
            <a:ext cx="76200" cy="3733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85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055C59D-29BC-4198-81E9-E80B4116C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19300"/>
            <a:ext cx="29813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0223A"/>
                </a:solidFill>
              </a:defRPr>
            </a:defPPr>
            <a:lvl1pPr>
              <a:defRPr sz="1800" b="1">
                <a:solidFill>
                  <a:srgbClr val="10223A"/>
                </a:solidFill>
              </a:defRPr>
            </a:lvl1pPr>
            <a:lvl2pPr>
              <a:defRPr sz="1800" b="1">
                <a:solidFill>
                  <a:srgbClr val="10223A"/>
                </a:solidFill>
              </a:defRPr>
            </a:lvl2pPr>
            <a:lvl3pPr>
              <a:defRPr sz="1800" b="1">
                <a:solidFill>
                  <a:srgbClr val="10223A"/>
                </a:solidFill>
              </a:defRPr>
            </a:lvl3pPr>
            <a:lvl4pPr>
              <a:defRPr sz="1800" b="1">
                <a:solidFill>
                  <a:srgbClr val="10223A"/>
                </a:solidFill>
              </a:defRPr>
            </a:lvl4pPr>
            <a:lvl5pPr>
              <a:defRPr sz="1800" b="1">
                <a:solidFill>
                  <a:srgbClr val="10223A"/>
                </a:solidFill>
              </a:defRPr>
            </a:lvl5pPr>
            <a:lvl6pPr>
              <a:defRPr sz="1800" b="1">
                <a:solidFill>
                  <a:srgbClr val="10223A"/>
                </a:solidFill>
              </a:defRPr>
            </a:lvl6pPr>
            <a:lvl7pPr>
              <a:defRPr sz="1800" b="1">
                <a:solidFill>
                  <a:srgbClr val="10223A"/>
                </a:solidFill>
              </a:defRPr>
            </a:lvl7pPr>
            <a:lvl8pPr>
              <a:defRPr sz="1800" b="1">
                <a:solidFill>
                  <a:srgbClr val="10223A"/>
                </a:solidFill>
              </a:defRPr>
            </a:lvl8pPr>
            <a:lvl9pPr>
              <a:defRPr sz="1800" b="1">
                <a:solidFill>
                  <a:srgbClr val="10223A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0223A"/>
                </a:solidFill>
              </a:defRPr>
            </a:pPr>
            <a:r>
              <a:rPr sz="1800" b="1">
                <a:solidFill>
                  <a:srgbClr val="10223A"/>
                </a:solidFill>
              </a:rPr>
              <a:t>03 告警解释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19297C5-94A5-4AAE-AC0C-7FD2C2A11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533650"/>
            <a:ext cx="2962275" cy="289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182A3D"/>
                </a:solidFill>
              </a:defRPr>
            </a:defPPr>
            <a:lvl1pPr>
              <a:defRPr sz="1350" b="0">
                <a:solidFill>
                  <a:srgbClr val="182A3D"/>
                </a:solidFill>
              </a:defRPr>
            </a:lvl1pPr>
            <a:lvl2pPr>
              <a:defRPr sz="1350" b="0">
                <a:solidFill>
                  <a:srgbClr val="182A3D"/>
                </a:solidFill>
              </a:defRPr>
            </a:lvl2pPr>
            <a:lvl3pPr>
              <a:defRPr sz="1350" b="0">
                <a:solidFill>
                  <a:srgbClr val="182A3D"/>
                </a:solidFill>
              </a:defRPr>
            </a:lvl3pPr>
            <a:lvl4pPr>
              <a:defRPr sz="1350" b="0">
                <a:solidFill>
                  <a:srgbClr val="182A3D"/>
                </a:solidFill>
              </a:defRPr>
            </a:lvl4pPr>
            <a:lvl5pPr>
              <a:defRPr sz="1350" b="0">
                <a:solidFill>
                  <a:srgbClr val="182A3D"/>
                </a:solidFill>
              </a:defRPr>
            </a:lvl5pPr>
            <a:lvl6pPr>
              <a:defRPr sz="1350" b="0">
                <a:solidFill>
                  <a:srgbClr val="182A3D"/>
                </a:solidFill>
              </a:defRPr>
            </a:lvl6pPr>
            <a:lvl7pPr>
              <a:defRPr sz="1350" b="0">
                <a:solidFill>
                  <a:srgbClr val="182A3D"/>
                </a:solidFill>
              </a:defRPr>
            </a:lvl7pPr>
            <a:lvl8pPr>
              <a:defRPr sz="1350" b="0">
                <a:solidFill>
                  <a:srgbClr val="182A3D"/>
                </a:solidFill>
              </a:defRPr>
            </a:lvl8pPr>
            <a:lvl9pPr>
              <a:defRPr sz="1350" b="0">
                <a:solidFill>
                  <a:srgbClr val="182A3D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182A3D"/>
                </a:solidFill>
              </a:defRPr>
            </a:pPr>
            <a:r>
              <a:rPr sz="1350" b="0">
                <a:solidFill>
                  <a:srgbClr val="182A3D"/>
                </a:solidFill>
              </a:rPr>
              <a:t>注入接管告警</a:t>
            </a:r>
          </a:p>
          <a:p xmlns:a="http://schemas.openxmlformats.org/drawingml/2006/main">
            <a:pPr>
              <a:defRPr sz="1350" b="0">
                <a:solidFill>
                  <a:srgbClr val="182A3D"/>
                </a:solidFill>
              </a:defRPr>
            </a:pPr>
            <a:r>
              <a:rPr sz="1350" b="0">
                <a:solidFill>
                  <a:srgbClr val="182A3D"/>
                </a:solidFill>
              </a:rPr>
              <a:t>中断普通写请求</a:t>
            </a:r>
          </a:p>
          <a:p xmlns:a="http://schemas.openxmlformats.org/drawingml/2006/main">
            <a:pPr>
              <a:defRPr sz="1350" b="0">
                <a:solidFill>
                  <a:srgbClr val="182A3D"/>
                </a:solidFill>
              </a:defRPr>
            </a:pPr>
            <a:r>
              <a:rPr sz="1350" b="0">
                <a:solidFill>
                  <a:srgbClr val="182A3D"/>
                </a:solidFill>
              </a:rPr>
              <a:t>提示观察路况并按车辆提示接管</a:t>
            </a:r>
          </a:p>
        </p:txBody>
      </p:sp>
    </p:spTree>
    <p:extLst>
      <p:ext uri="{BB962C8B-B14F-4D97-AF65-F5344CB8AC3E}">
        <p14:creationId xmlns:p14="http://schemas.microsoft.com/office/powerpoint/2010/main" val="204759327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07D2034-23F6-4993-AFE6-C2A757D09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5C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DE57B3-E7D3-47AF-AA3C-80C1E67C6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1000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0223A"/>
                </a:solidFill>
              </a:defRPr>
            </a:defPPr>
            <a:lvl1pPr>
              <a:defRPr sz="2550" b="1">
                <a:solidFill>
                  <a:srgbClr val="10223A"/>
                </a:solidFill>
              </a:defRPr>
            </a:lvl1pPr>
            <a:lvl2pPr>
              <a:defRPr sz="2550" b="1">
                <a:solidFill>
                  <a:srgbClr val="10223A"/>
                </a:solidFill>
              </a:defRPr>
            </a:lvl2pPr>
            <a:lvl3pPr>
              <a:defRPr sz="2550" b="1">
                <a:solidFill>
                  <a:srgbClr val="10223A"/>
                </a:solidFill>
              </a:defRPr>
            </a:lvl3pPr>
            <a:lvl4pPr>
              <a:defRPr sz="2550" b="1">
                <a:solidFill>
                  <a:srgbClr val="10223A"/>
                </a:solidFill>
              </a:defRPr>
            </a:lvl4pPr>
            <a:lvl5pPr>
              <a:defRPr sz="2550" b="1">
                <a:solidFill>
                  <a:srgbClr val="10223A"/>
                </a:solidFill>
              </a:defRPr>
            </a:lvl5pPr>
            <a:lvl6pPr>
              <a:defRPr sz="2550" b="1">
                <a:solidFill>
                  <a:srgbClr val="10223A"/>
                </a:solidFill>
              </a:defRPr>
            </a:lvl6pPr>
            <a:lvl7pPr>
              <a:defRPr sz="2550" b="1">
                <a:solidFill>
                  <a:srgbClr val="10223A"/>
                </a:solidFill>
              </a:defRPr>
            </a:lvl7pPr>
            <a:lvl8pPr>
              <a:defRPr sz="2550" b="1">
                <a:solidFill>
                  <a:srgbClr val="10223A"/>
                </a:solidFill>
              </a:defRPr>
            </a:lvl8pPr>
            <a:lvl9pPr>
              <a:defRPr sz="2550" b="1">
                <a:solidFill>
                  <a:srgbClr val="10223A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0223A"/>
                </a:solidFill>
              </a:defRPr>
            </a:pPr>
            <a:r>
              <a:rPr sz="2550" b="1">
                <a:solidFill>
                  <a:srgbClr val="10223A"/>
                </a:solidFill>
              </a:rPr>
              <a:t>安全规则：不确定时保持状态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7DC14E-50DC-4F7D-A80A-8844CB7CB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9650"/>
            <a:ext cx="1066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C7084"/>
                </a:solidFill>
              </a:defRPr>
            </a:defPPr>
            <a:lvl1pPr>
              <a:defRPr sz="1350" b="0">
                <a:solidFill>
                  <a:srgbClr val="5C7084"/>
                </a:solidFill>
              </a:defRPr>
            </a:lvl1pPr>
            <a:lvl2pPr>
              <a:defRPr sz="1350" b="0">
                <a:solidFill>
                  <a:srgbClr val="5C7084"/>
                </a:solidFill>
              </a:defRPr>
            </a:lvl2pPr>
            <a:lvl3pPr>
              <a:defRPr sz="1350" b="0">
                <a:solidFill>
                  <a:srgbClr val="5C7084"/>
                </a:solidFill>
              </a:defRPr>
            </a:lvl3pPr>
            <a:lvl4pPr>
              <a:defRPr sz="1350" b="0">
                <a:solidFill>
                  <a:srgbClr val="5C7084"/>
                </a:solidFill>
              </a:defRPr>
            </a:lvl4pPr>
            <a:lvl5pPr>
              <a:defRPr sz="1350" b="0">
                <a:solidFill>
                  <a:srgbClr val="5C7084"/>
                </a:solidFill>
              </a:defRPr>
            </a:lvl5pPr>
            <a:lvl6pPr>
              <a:defRPr sz="1350" b="0">
                <a:solidFill>
                  <a:srgbClr val="5C7084"/>
                </a:solidFill>
              </a:defRPr>
            </a:lvl6pPr>
            <a:lvl7pPr>
              <a:defRPr sz="1350" b="0">
                <a:solidFill>
                  <a:srgbClr val="5C7084"/>
                </a:solidFill>
              </a:defRPr>
            </a:lvl7pPr>
            <a:lvl8pPr>
              <a:defRPr sz="1350" b="0">
                <a:solidFill>
                  <a:srgbClr val="5C7084"/>
                </a:solidFill>
              </a:defRPr>
            </a:lvl8pPr>
            <a:lvl9pPr>
              <a:defRPr sz="1350" b="0">
                <a:solidFill>
                  <a:srgbClr val="5C7084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C7084"/>
                </a:solidFill>
              </a:defRPr>
            </a:pPr>
            <a:r>
              <a:rPr sz="1350" b="0">
                <a:solidFill>
                  <a:srgbClr val="5C7084"/>
                </a:solidFill>
              </a:rPr>
              <a:t>模糊、越界、过期、不可用和网关未确认都不产生成功播报。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A5CEBD-59A2-4A7F-949A-99C3C0749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19850"/>
            <a:ext cx="11010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3F9C7A-2E85-4AAA-A867-1827F274C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86525"/>
            <a:ext cx="809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0">
                <a:solidFill>
                  <a:srgbClr val="5C7084"/>
                </a:solidFill>
              </a:defRPr>
            </a:defPPr>
            <a:lvl1pPr>
              <a:defRPr sz="825" b="0">
                <a:solidFill>
                  <a:srgbClr val="5C7084"/>
                </a:solidFill>
              </a:defRPr>
            </a:lvl1pPr>
            <a:lvl2pPr>
              <a:defRPr sz="825" b="0">
                <a:solidFill>
                  <a:srgbClr val="5C7084"/>
                </a:solidFill>
              </a:defRPr>
            </a:lvl2pPr>
            <a:lvl3pPr>
              <a:defRPr sz="825" b="0">
                <a:solidFill>
                  <a:srgbClr val="5C7084"/>
                </a:solidFill>
              </a:defRPr>
            </a:lvl3pPr>
            <a:lvl4pPr>
              <a:defRPr sz="825" b="0">
                <a:solidFill>
                  <a:srgbClr val="5C7084"/>
                </a:solidFill>
              </a:defRPr>
            </a:lvl4pPr>
            <a:lvl5pPr>
              <a:defRPr sz="825" b="0">
                <a:solidFill>
                  <a:srgbClr val="5C7084"/>
                </a:solidFill>
              </a:defRPr>
            </a:lvl5pPr>
            <a:lvl6pPr>
              <a:defRPr sz="825" b="0">
                <a:solidFill>
                  <a:srgbClr val="5C7084"/>
                </a:solidFill>
              </a:defRPr>
            </a:lvl6pPr>
            <a:lvl7pPr>
              <a:defRPr sz="825" b="0">
                <a:solidFill>
                  <a:srgbClr val="5C7084"/>
                </a:solidFill>
              </a:defRPr>
            </a:lvl7pPr>
            <a:lvl8pPr>
              <a:defRPr sz="825" b="0">
                <a:solidFill>
                  <a:srgbClr val="5C7084"/>
                </a:solidFill>
              </a:defRPr>
            </a:lvl8pPr>
            <a:lvl9pPr>
              <a:defRPr sz="825" b="0">
                <a:solidFill>
                  <a:srgbClr val="5C7084"/>
                </a:solidFill>
              </a:defRPr>
            </a:lvl9pPr>
          </a:lstStyle>
          <a:p xmlns:a="http://schemas.openxmlformats.org/drawingml/2006/main">
            <a:pPr>
              <a:defRPr sz="825" b="0">
                <a:solidFill>
                  <a:srgbClr val="5C7084"/>
                </a:solidFill>
              </a:defRPr>
            </a:pPr>
            <a:r>
              <a:rPr sz="825" b="0">
                <a:solidFill>
                  <a:srgbClr val="5C7084"/>
                </a:solidFill>
              </a:rPr>
              <a:t>DA MVP  |  仿真方案  |  2026-10-26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4379B8-506C-4499-92D6-2BEB9EA58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0">
                <a:solidFill>
                  <a:srgbClr val="5C7084"/>
                </a:solidFill>
              </a:defRPr>
            </a:defPPr>
            <a:lvl1pPr>
              <a:defRPr sz="825" b="0">
                <a:solidFill>
                  <a:srgbClr val="5C7084"/>
                </a:solidFill>
              </a:defRPr>
            </a:lvl1pPr>
            <a:lvl2pPr>
              <a:defRPr sz="825" b="0">
                <a:solidFill>
                  <a:srgbClr val="5C7084"/>
                </a:solidFill>
              </a:defRPr>
            </a:lvl2pPr>
            <a:lvl3pPr>
              <a:defRPr sz="825" b="0">
                <a:solidFill>
                  <a:srgbClr val="5C7084"/>
                </a:solidFill>
              </a:defRPr>
            </a:lvl3pPr>
            <a:lvl4pPr>
              <a:defRPr sz="825" b="0">
                <a:solidFill>
                  <a:srgbClr val="5C7084"/>
                </a:solidFill>
              </a:defRPr>
            </a:lvl4pPr>
            <a:lvl5pPr>
              <a:defRPr sz="825" b="0">
                <a:solidFill>
                  <a:srgbClr val="5C7084"/>
                </a:solidFill>
              </a:defRPr>
            </a:lvl5pPr>
            <a:lvl6pPr>
              <a:defRPr sz="825" b="0">
                <a:solidFill>
                  <a:srgbClr val="5C7084"/>
                </a:solidFill>
              </a:defRPr>
            </a:lvl6pPr>
            <a:lvl7pPr>
              <a:defRPr sz="825" b="0">
                <a:solidFill>
                  <a:srgbClr val="5C7084"/>
                </a:solidFill>
              </a:defRPr>
            </a:lvl7pPr>
            <a:lvl8pPr>
              <a:defRPr sz="825" b="0">
                <a:solidFill>
                  <a:srgbClr val="5C7084"/>
                </a:solidFill>
              </a:defRPr>
            </a:lvl8pPr>
            <a:lvl9pPr>
              <a:defRPr sz="825" b="0">
                <a:solidFill>
                  <a:srgbClr val="5C7084"/>
                </a:solidFill>
              </a:defRPr>
            </a:lvl9pPr>
          </a:lstStyle>
          <a:p xmlns:a="http://schemas.openxmlformats.org/drawingml/2006/main">
            <a:pPr>
              <a:defRPr sz="825" b="0">
                <a:solidFill>
                  <a:srgbClr val="5C7084"/>
                </a:solidFill>
              </a:defRPr>
            </a:pPr>
            <a:r>
              <a:rPr sz="825" b="0">
                <a:solidFill>
                  <a:srgbClr val="5C7084"/>
                </a:solidFill>
              </a:rPr>
              <a:t>06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DD62DD-B1F8-42E3-919A-8B6EF24CC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10953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A"/>
          </a:solidFill>
          <a:ln xmlns:a="http://schemas.openxmlformats.org/drawingml/2006/main" w="9525">
            <a:solidFill>
              <a:srgbClr val="C8D7E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7BD75E-01B1-48D5-BE75-87C4F7D14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76425"/>
            <a:ext cx="381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10223A"/>
                </a:solidFill>
              </a:defRPr>
            </a:defPPr>
            <a:lvl1pPr>
              <a:defRPr sz="1650" b="1">
                <a:solidFill>
                  <a:srgbClr val="10223A"/>
                </a:solidFill>
              </a:defRPr>
            </a:lvl1pPr>
            <a:lvl2pPr>
              <a:defRPr sz="1650" b="1">
                <a:solidFill>
                  <a:srgbClr val="10223A"/>
                </a:solidFill>
              </a:defRPr>
            </a:lvl2pPr>
            <a:lvl3pPr>
              <a:defRPr sz="1650" b="1">
                <a:solidFill>
                  <a:srgbClr val="10223A"/>
                </a:solidFill>
              </a:defRPr>
            </a:lvl3pPr>
            <a:lvl4pPr>
              <a:defRPr sz="1650" b="1">
                <a:solidFill>
                  <a:srgbClr val="10223A"/>
                </a:solidFill>
              </a:defRPr>
            </a:lvl4pPr>
            <a:lvl5pPr>
              <a:defRPr sz="1650" b="1">
                <a:solidFill>
                  <a:srgbClr val="10223A"/>
                </a:solidFill>
              </a:defRPr>
            </a:lvl5pPr>
            <a:lvl6pPr>
              <a:defRPr sz="1650" b="1">
                <a:solidFill>
                  <a:srgbClr val="10223A"/>
                </a:solidFill>
              </a:defRPr>
            </a:lvl6pPr>
            <a:lvl7pPr>
              <a:defRPr sz="1650" b="1">
                <a:solidFill>
                  <a:srgbClr val="10223A"/>
                </a:solidFill>
              </a:defRPr>
            </a:lvl7pPr>
            <a:lvl8pPr>
              <a:defRPr sz="1650" b="1">
                <a:solidFill>
                  <a:srgbClr val="10223A"/>
                </a:solidFill>
              </a:defRPr>
            </a:lvl8pPr>
            <a:lvl9pPr>
              <a:defRPr sz="1650" b="1">
                <a:solidFill>
                  <a:srgbClr val="10223A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0223A"/>
                </a:solidFill>
              </a:defRPr>
            </a:pPr>
            <a:r>
              <a:rPr sz="1650" b="1">
                <a:solidFill>
                  <a:srgbClr val="10223A"/>
                </a:solidFill>
              </a:rPr>
              <a:t>模糊话术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05F77C-318A-471E-A691-E51EA22E1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1876425"/>
            <a:ext cx="628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182A3D"/>
                </a:solidFill>
              </a:defRPr>
            </a:defPPr>
            <a:lvl1pPr>
              <a:defRPr sz="1500" b="0">
                <a:solidFill>
                  <a:srgbClr val="182A3D"/>
                </a:solidFill>
              </a:defRPr>
            </a:lvl1pPr>
            <a:lvl2pPr>
              <a:defRPr sz="1500" b="0">
                <a:solidFill>
                  <a:srgbClr val="182A3D"/>
                </a:solidFill>
              </a:defRPr>
            </a:lvl2pPr>
            <a:lvl3pPr>
              <a:defRPr sz="1500" b="0">
                <a:solidFill>
                  <a:srgbClr val="182A3D"/>
                </a:solidFill>
              </a:defRPr>
            </a:lvl3pPr>
            <a:lvl4pPr>
              <a:defRPr sz="1500" b="0">
                <a:solidFill>
                  <a:srgbClr val="182A3D"/>
                </a:solidFill>
              </a:defRPr>
            </a:lvl4pPr>
            <a:lvl5pPr>
              <a:defRPr sz="1500" b="0">
                <a:solidFill>
                  <a:srgbClr val="182A3D"/>
                </a:solidFill>
              </a:defRPr>
            </a:lvl5pPr>
            <a:lvl6pPr>
              <a:defRPr sz="1500" b="0">
                <a:solidFill>
                  <a:srgbClr val="182A3D"/>
                </a:solidFill>
              </a:defRPr>
            </a:lvl6pPr>
            <a:lvl7pPr>
              <a:defRPr sz="1500" b="0">
                <a:solidFill>
                  <a:srgbClr val="182A3D"/>
                </a:solidFill>
              </a:defRPr>
            </a:lvl7pPr>
            <a:lvl8pPr>
              <a:defRPr sz="1500" b="0">
                <a:solidFill>
                  <a:srgbClr val="182A3D"/>
                </a:solidFill>
              </a:defRPr>
            </a:lvl8pPr>
            <a:lvl9pPr>
              <a:defRPr sz="1500" b="0">
                <a:solidFill>
                  <a:srgbClr val="182A3D"/>
                </a:solidFill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82A3D"/>
                </a:solidFill>
              </a:defRPr>
            </a:pPr>
            <a:r>
              <a:rPr sz="1500" b="0">
                <a:solidFill>
                  <a:srgbClr val="182A3D"/>
                </a:solidFill>
              </a:rPr>
              <a:t>追问，不调用写工具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3A3A79-57D2-4C06-8284-9B0BA5346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33650"/>
            <a:ext cx="10953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7E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1755DE-AFC8-40FC-8548-3D39FD416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95575"/>
            <a:ext cx="381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10223A"/>
                </a:solidFill>
              </a:defRPr>
            </a:defPPr>
            <a:lvl1pPr>
              <a:defRPr sz="1650" b="1">
                <a:solidFill>
                  <a:srgbClr val="10223A"/>
                </a:solidFill>
              </a:defRPr>
            </a:lvl1pPr>
            <a:lvl2pPr>
              <a:defRPr sz="1650" b="1">
                <a:solidFill>
                  <a:srgbClr val="10223A"/>
                </a:solidFill>
              </a:defRPr>
            </a:lvl2pPr>
            <a:lvl3pPr>
              <a:defRPr sz="1650" b="1">
                <a:solidFill>
                  <a:srgbClr val="10223A"/>
                </a:solidFill>
              </a:defRPr>
            </a:lvl3pPr>
            <a:lvl4pPr>
              <a:defRPr sz="1650" b="1">
                <a:solidFill>
                  <a:srgbClr val="10223A"/>
                </a:solidFill>
              </a:defRPr>
            </a:lvl4pPr>
            <a:lvl5pPr>
              <a:defRPr sz="1650" b="1">
                <a:solidFill>
                  <a:srgbClr val="10223A"/>
                </a:solidFill>
              </a:defRPr>
            </a:lvl5pPr>
            <a:lvl6pPr>
              <a:defRPr sz="1650" b="1">
                <a:solidFill>
                  <a:srgbClr val="10223A"/>
                </a:solidFill>
              </a:defRPr>
            </a:lvl6pPr>
            <a:lvl7pPr>
              <a:defRPr sz="1650" b="1">
                <a:solidFill>
                  <a:srgbClr val="10223A"/>
                </a:solidFill>
              </a:defRPr>
            </a:lvl7pPr>
            <a:lvl8pPr>
              <a:defRPr sz="1650" b="1">
                <a:solidFill>
                  <a:srgbClr val="10223A"/>
                </a:solidFill>
              </a:defRPr>
            </a:lvl8pPr>
            <a:lvl9pPr>
              <a:defRPr sz="1650" b="1">
                <a:solidFill>
                  <a:srgbClr val="10223A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0223A"/>
                </a:solidFill>
              </a:defRPr>
            </a:pPr>
            <a:r>
              <a:rPr sz="1650" b="1">
                <a:solidFill>
                  <a:srgbClr val="10223A"/>
                </a:solidFill>
              </a:rPr>
              <a:t>状态过期 / NOA off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0E314E-2871-49F5-B759-CDDCCCE08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695575"/>
            <a:ext cx="628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182A3D"/>
                </a:solidFill>
              </a:defRPr>
            </a:defPPr>
            <a:lvl1pPr>
              <a:defRPr sz="1500" b="0">
                <a:solidFill>
                  <a:srgbClr val="182A3D"/>
                </a:solidFill>
              </a:defRPr>
            </a:lvl1pPr>
            <a:lvl2pPr>
              <a:defRPr sz="1500" b="0">
                <a:solidFill>
                  <a:srgbClr val="182A3D"/>
                </a:solidFill>
              </a:defRPr>
            </a:lvl2pPr>
            <a:lvl3pPr>
              <a:defRPr sz="1500" b="0">
                <a:solidFill>
                  <a:srgbClr val="182A3D"/>
                </a:solidFill>
              </a:defRPr>
            </a:lvl3pPr>
            <a:lvl4pPr>
              <a:defRPr sz="1500" b="0">
                <a:solidFill>
                  <a:srgbClr val="182A3D"/>
                </a:solidFill>
              </a:defRPr>
            </a:lvl4pPr>
            <a:lvl5pPr>
              <a:defRPr sz="1500" b="0">
                <a:solidFill>
                  <a:srgbClr val="182A3D"/>
                </a:solidFill>
              </a:defRPr>
            </a:lvl5pPr>
            <a:lvl6pPr>
              <a:defRPr sz="1500" b="0">
                <a:solidFill>
                  <a:srgbClr val="182A3D"/>
                </a:solidFill>
              </a:defRPr>
            </a:lvl6pPr>
            <a:lvl7pPr>
              <a:defRPr sz="1500" b="0">
                <a:solidFill>
                  <a:srgbClr val="182A3D"/>
                </a:solidFill>
              </a:defRPr>
            </a:lvl7pPr>
            <a:lvl8pPr>
              <a:defRPr sz="1500" b="0">
                <a:solidFill>
                  <a:srgbClr val="182A3D"/>
                </a:solidFill>
              </a:defRPr>
            </a:lvl8pPr>
            <a:lvl9pPr>
              <a:defRPr sz="1500" b="0">
                <a:solidFill>
                  <a:srgbClr val="182A3D"/>
                </a:solidFill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82A3D"/>
                </a:solidFill>
              </a:defRPr>
            </a:pPr>
            <a:r>
              <a:rPr sz="1500" b="0">
                <a:solidFill>
                  <a:srgbClr val="182A3D"/>
                </a:solidFill>
              </a:rPr>
              <a:t>拒绝设置或切换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B8D485-9C3E-4DE8-B396-886232B58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52800"/>
            <a:ext cx="10953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A"/>
          </a:solidFill>
          <a:ln xmlns:a="http://schemas.openxmlformats.org/drawingml/2006/main" w="9525">
            <a:solidFill>
              <a:srgbClr val="C8D7E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53CB0F-5A68-461F-B931-05CC5F1FC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14725"/>
            <a:ext cx="381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10223A"/>
                </a:solidFill>
              </a:defRPr>
            </a:defPPr>
            <a:lvl1pPr>
              <a:defRPr sz="1650" b="1">
                <a:solidFill>
                  <a:srgbClr val="10223A"/>
                </a:solidFill>
              </a:defRPr>
            </a:lvl1pPr>
            <a:lvl2pPr>
              <a:defRPr sz="1650" b="1">
                <a:solidFill>
                  <a:srgbClr val="10223A"/>
                </a:solidFill>
              </a:defRPr>
            </a:lvl2pPr>
            <a:lvl3pPr>
              <a:defRPr sz="1650" b="1">
                <a:solidFill>
                  <a:srgbClr val="10223A"/>
                </a:solidFill>
              </a:defRPr>
            </a:lvl3pPr>
            <a:lvl4pPr>
              <a:defRPr sz="1650" b="1">
                <a:solidFill>
                  <a:srgbClr val="10223A"/>
                </a:solidFill>
              </a:defRPr>
            </a:lvl4pPr>
            <a:lvl5pPr>
              <a:defRPr sz="1650" b="1">
                <a:solidFill>
                  <a:srgbClr val="10223A"/>
                </a:solidFill>
              </a:defRPr>
            </a:lvl5pPr>
            <a:lvl6pPr>
              <a:defRPr sz="1650" b="1">
                <a:solidFill>
                  <a:srgbClr val="10223A"/>
                </a:solidFill>
              </a:defRPr>
            </a:lvl6pPr>
            <a:lvl7pPr>
              <a:defRPr sz="1650" b="1">
                <a:solidFill>
                  <a:srgbClr val="10223A"/>
                </a:solidFill>
              </a:defRPr>
            </a:lvl7pPr>
            <a:lvl8pPr>
              <a:defRPr sz="1650" b="1">
                <a:solidFill>
                  <a:srgbClr val="10223A"/>
                </a:solidFill>
              </a:defRPr>
            </a:lvl8pPr>
            <a:lvl9pPr>
              <a:defRPr sz="1650" b="1">
                <a:solidFill>
                  <a:srgbClr val="10223A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0223A"/>
                </a:solidFill>
              </a:defRPr>
            </a:pPr>
            <a:r>
              <a:rPr sz="1650" b="1">
                <a:solidFill>
                  <a:srgbClr val="10223A"/>
                </a:solidFill>
              </a:rPr>
              <a:t>跟车距离超出 1–5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685CDC-B958-4514-81F9-C1612FFD8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3514725"/>
            <a:ext cx="628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182A3D"/>
                </a:solidFill>
              </a:defRPr>
            </a:defPPr>
            <a:lvl1pPr>
              <a:defRPr sz="1500" b="0">
                <a:solidFill>
                  <a:srgbClr val="182A3D"/>
                </a:solidFill>
              </a:defRPr>
            </a:lvl1pPr>
            <a:lvl2pPr>
              <a:defRPr sz="1500" b="0">
                <a:solidFill>
                  <a:srgbClr val="182A3D"/>
                </a:solidFill>
              </a:defRPr>
            </a:lvl2pPr>
            <a:lvl3pPr>
              <a:defRPr sz="1500" b="0">
                <a:solidFill>
                  <a:srgbClr val="182A3D"/>
                </a:solidFill>
              </a:defRPr>
            </a:lvl3pPr>
            <a:lvl4pPr>
              <a:defRPr sz="1500" b="0">
                <a:solidFill>
                  <a:srgbClr val="182A3D"/>
                </a:solidFill>
              </a:defRPr>
            </a:lvl4pPr>
            <a:lvl5pPr>
              <a:defRPr sz="1500" b="0">
                <a:solidFill>
                  <a:srgbClr val="182A3D"/>
                </a:solidFill>
              </a:defRPr>
            </a:lvl5pPr>
            <a:lvl6pPr>
              <a:defRPr sz="1500" b="0">
                <a:solidFill>
                  <a:srgbClr val="182A3D"/>
                </a:solidFill>
              </a:defRPr>
            </a:lvl6pPr>
            <a:lvl7pPr>
              <a:defRPr sz="1500" b="0">
                <a:solidFill>
                  <a:srgbClr val="182A3D"/>
                </a:solidFill>
              </a:defRPr>
            </a:lvl7pPr>
            <a:lvl8pPr>
              <a:defRPr sz="1500" b="0">
                <a:solidFill>
                  <a:srgbClr val="182A3D"/>
                </a:solidFill>
              </a:defRPr>
            </a:lvl8pPr>
            <a:lvl9pPr>
              <a:defRPr sz="1500" b="0">
                <a:solidFill>
                  <a:srgbClr val="182A3D"/>
                </a:solidFill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82A3D"/>
                </a:solidFill>
              </a:defRPr>
            </a:pPr>
            <a:r>
              <a:rPr sz="1500" b="0">
                <a:solidFill>
                  <a:srgbClr val="182A3D"/>
                </a:solidFill>
              </a:rPr>
              <a:t>拒绝，不静默截断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F284B2A-CA04-4801-85E9-B05636816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71950"/>
            <a:ext cx="10953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7E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6C8E6B5-7726-4140-B393-355867FD6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33875"/>
            <a:ext cx="381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10223A"/>
                </a:solidFill>
              </a:defRPr>
            </a:defPPr>
            <a:lvl1pPr>
              <a:defRPr sz="1650" b="1">
                <a:solidFill>
                  <a:srgbClr val="10223A"/>
                </a:solidFill>
              </a:defRPr>
            </a:lvl1pPr>
            <a:lvl2pPr>
              <a:defRPr sz="1650" b="1">
                <a:solidFill>
                  <a:srgbClr val="10223A"/>
                </a:solidFill>
              </a:defRPr>
            </a:lvl2pPr>
            <a:lvl3pPr>
              <a:defRPr sz="1650" b="1">
                <a:solidFill>
                  <a:srgbClr val="10223A"/>
                </a:solidFill>
              </a:defRPr>
            </a:lvl3pPr>
            <a:lvl4pPr>
              <a:defRPr sz="1650" b="1">
                <a:solidFill>
                  <a:srgbClr val="10223A"/>
                </a:solidFill>
              </a:defRPr>
            </a:lvl4pPr>
            <a:lvl5pPr>
              <a:defRPr sz="1650" b="1">
                <a:solidFill>
                  <a:srgbClr val="10223A"/>
                </a:solidFill>
              </a:defRPr>
            </a:lvl5pPr>
            <a:lvl6pPr>
              <a:defRPr sz="1650" b="1">
                <a:solidFill>
                  <a:srgbClr val="10223A"/>
                </a:solidFill>
              </a:defRPr>
            </a:lvl6pPr>
            <a:lvl7pPr>
              <a:defRPr sz="1650" b="1">
                <a:solidFill>
                  <a:srgbClr val="10223A"/>
                </a:solidFill>
              </a:defRPr>
            </a:lvl7pPr>
            <a:lvl8pPr>
              <a:defRPr sz="1650" b="1">
                <a:solidFill>
                  <a:srgbClr val="10223A"/>
                </a:solidFill>
              </a:defRPr>
            </a:lvl8pPr>
            <a:lvl9pPr>
              <a:defRPr sz="1650" b="1">
                <a:solidFill>
                  <a:srgbClr val="10223A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0223A"/>
                </a:solidFill>
              </a:defRPr>
            </a:pPr>
            <a:r>
              <a:rPr sz="1650" b="1">
                <a:solidFill>
                  <a:srgbClr val="10223A"/>
                </a:solidFill>
              </a:rPr>
              <a:t>直接变道、加减速、制动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B03D8E6-7F35-45F6-89C1-A188A04C4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4333875"/>
            <a:ext cx="628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182A3D"/>
                </a:solidFill>
              </a:defRPr>
            </a:defPPr>
            <a:lvl1pPr>
              <a:defRPr sz="1500" b="0">
                <a:solidFill>
                  <a:srgbClr val="182A3D"/>
                </a:solidFill>
              </a:defRPr>
            </a:lvl1pPr>
            <a:lvl2pPr>
              <a:defRPr sz="1500" b="0">
                <a:solidFill>
                  <a:srgbClr val="182A3D"/>
                </a:solidFill>
              </a:defRPr>
            </a:lvl2pPr>
            <a:lvl3pPr>
              <a:defRPr sz="1500" b="0">
                <a:solidFill>
                  <a:srgbClr val="182A3D"/>
                </a:solidFill>
              </a:defRPr>
            </a:lvl3pPr>
            <a:lvl4pPr>
              <a:defRPr sz="1500" b="0">
                <a:solidFill>
                  <a:srgbClr val="182A3D"/>
                </a:solidFill>
              </a:defRPr>
            </a:lvl4pPr>
            <a:lvl5pPr>
              <a:defRPr sz="1500" b="0">
                <a:solidFill>
                  <a:srgbClr val="182A3D"/>
                </a:solidFill>
              </a:defRPr>
            </a:lvl5pPr>
            <a:lvl6pPr>
              <a:defRPr sz="1500" b="0">
                <a:solidFill>
                  <a:srgbClr val="182A3D"/>
                </a:solidFill>
              </a:defRPr>
            </a:lvl6pPr>
            <a:lvl7pPr>
              <a:defRPr sz="1500" b="0">
                <a:solidFill>
                  <a:srgbClr val="182A3D"/>
                </a:solidFill>
              </a:defRPr>
            </a:lvl7pPr>
            <a:lvl8pPr>
              <a:defRPr sz="1500" b="0">
                <a:solidFill>
                  <a:srgbClr val="182A3D"/>
                </a:solidFill>
              </a:defRPr>
            </a:lvl8pPr>
            <a:lvl9pPr>
              <a:defRPr sz="1500" b="0">
                <a:solidFill>
                  <a:srgbClr val="182A3D"/>
                </a:solidFill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82A3D"/>
                </a:solidFill>
              </a:defRPr>
            </a:pPr>
            <a:r>
              <a:rPr sz="1500" b="0">
                <a:solidFill>
                  <a:srgbClr val="182A3D"/>
                </a:solidFill>
              </a:rPr>
              <a:t>拒绝车辆控制意图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C02C9D6-9638-490D-AD45-656A46356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91100"/>
            <a:ext cx="10953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A"/>
          </a:solidFill>
          <a:ln xmlns:a="http://schemas.openxmlformats.org/drawingml/2006/main" w="9525">
            <a:solidFill>
              <a:srgbClr val="C8D7E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00D4877-EF1C-42DE-A459-9F1141E0E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53025"/>
            <a:ext cx="381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10223A"/>
                </a:solidFill>
              </a:defRPr>
            </a:defPPr>
            <a:lvl1pPr>
              <a:defRPr sz="1650" b="1">
                <a:solidFill>
                  <a:srgbClr val="10223A"/>
                </a:solidFill>
              </a:defRPr>
            </a:lvl1pPr>
            <a:lvl2pPr>
              <a:defRPr sz="1650" b="1">
                <a:solidFill>
                  <a:srgbClr val="10223A"/>
                </a:solidFill>
              </a:defRPr>
            </a:lvl2pPr>
            <a:lvl3pPr>
              <a:defRPr sz="1650" b="1">
                <a:solidFill>
                  <a:srgbClr val="10223A"/>
                </a:solidFill>
              </a:defRPr>
            </a:lvl3pPr>
            <a:lvl4pPr>
              <a:defRPr sz="1650" b="1">
                <a:solidFill>
                  <a:srgbClr val="10223A"/>
                </a:solidFill>
              </a:defRPr>
            </a:lvl4pPr>
            <a:lvl5pPr>
              <a:defRPr sz="1650" b="1">
                <a:solidFill>
                  <a:srgbClr val="10223A"/>
                </a:solidFill>
              </a:defRPr>
            </a:lvl5pPr>
            <a:lvl6pPr>
              <a:defRPr sz="1650" b="1">
                <a:solidFill>
                  <a:srgbClr val="10223A"/>
                </a:solidFill>
              </a:defRPr>
            </a:lvl6pPr>
            <a:lvl7pPr>
              <a:defRPr sz="1650" b="1">
                <a:solidFill>
                  <a:srgbClr val="10223A"/>
                </a:solidFill>
              </a:defRPr>
            </a:lvl7pPr>
            <a:lvl8pPr>
              <a:defRPr sz="1650" b="1">
                <a:solidFill>
                  <a:srgbClr val="10223A"/>
                </a:solidFill>
              </a:defRPr>
            </a:lvl8pPr>
            <a:lvl9pPr>
              <a:defRPr sz="1650" b="1">
                <a:solidFill>
                  <a:srgbClr val="10223A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0223A"/>
                </a:solidFill>
              </a:defRPr>
            </a:pPr>
            <a:r>
              <a:rPr sz="1650" b="1">
                <a:solidFill>
                  <a:srgbClr val="10223A"/>
                </a:solidFill>
              </a:rPr>
              <a:t>接管类紧急告警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5A516CA-9DEF-482E-B6EB-C82C128C9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5153025"/>
            <a:ext cx="628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182A3D"/>
                </a:solidFill>
              </a:defRPr>
            </a:defPPr>
            <a:lvl1pPr>
              <a:defRPr sz="1500" b="0">
                <a:solidFill>
                  <a:srgbClr val="182A3D"/>
                </a:solidFill>
              </a:defRPr>
            </a:lvl1pPr>
            <a:lvl2pPr>
              <a:defRPr sz="1500" b="0">
                <a:solidFill>
                  <a:srgbClr val="182A3D"/>
                </a:solidFill>
              </a:defRPr>
            </a:lvl2pPr>
            <a:lvl3pPr>
              <a:defRPr sz="1500" b="0">
                <a:solidFill>
                  <a:srgbClr val="182A3D"/>
                </a:solidFill>
              </a:defRPr>
            </a:lvl3pPr>
            <a:lvl4pPr>
              <a:defRPr sz="1500" b="0">
                <a:solidFill>
                  <a:srgbClr val="182A3D"/>
                </a:solidFill>
              </a:defRPr>
            </a:lvl4pPr>
            <a:lvl5pPr>
              <a:defRPr sz="1500" b="0">
                <a:solidFill>
                  <a:srgbClr val="182A3D"/>
                </a:solidFill>
              </a:defRPr>
            </a:lvl5pPr>
            <a:lvl6pPr>
              <a:defRPr sz="1500" b="0">
                <a:solidFill>
                  <a:srgbClr val="182A3D"/>
                </a:solidFill>
              </a:defRPr>
            </a:lvl6pPr>
            <a:lvl7pPr>
              <a:defRPr sz="1500" b="0">
                <a:solidFill>
                  <a:srgbClr val="182A3D"/>
                </a:solidFill>
              </a:defRPr>
            </a:lvl7pPr>
            <a:lvl8pPr>
              <a:defRPr sz="1500" b="0">
                <a:solidFill>
                  <a:srgbClr val="182A3D"/>
                </a:solidFill>
              </a:defRPr>
            </a:lvl8pPr>
            <a:lvl9pPr>
              <a:defRPr sz="1500" b="0">
                <a:solidFill>
                  <a:srgbClr val="182A3D"/>
                </a:solidFill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82A3D"/>
                </a:solidFill>
              </a:defRPr>
            </a:pPr>
            <a:r>
              <a:rPr sz="1500" b="0">
                <a:solidFill>
                  <a:srgbClr val="182A3D"/>
                </a:solidFill>
              </a:rPr>
              <a:t>优先提示，普通写操作不执行</a:t>
            </a:r>
          </a:p>
        </p:txBody>
      </p:sp>
    </p:spTree>
    <p:extLst>
      <p:ext uri="{BB962C8B-B14F-4D97-AF65-F5344CB8AC3E}">
        <p14:creationId xmlns:p14="http://schemas.microsoft.com/office/powerpoint/2010/main" val="195613882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B9979E6-5EA0-4027-A94C-BE94DCC74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5C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71B0C8-00BA-468E-BA8A-1FF8D4F38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1000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0223A"/>
                </a:solidFill>
              </a:defRPr>
            </a:defPPr>
            <a:lvl1pPr>
              <a:defRPr sz="2550" b="1">
                <a:solidFill>
                  <a:srgbClr val="10223A"/>
                </a:solidFill>
              </a:defRPr>
            </a:lvl1pPr>
            <a:lvl2pPr>
              <a:defRPr sz="2550" b="1">
                <a:solidFill>
                  <a:srgbClr val="10223A"/>
                </a:solidFill>
              </a:defRPr>
            </a:lvl2pPr>
            <a:lvl3pPr>
              <a:defRPr sz="2550" b="1">
                <a:solidFill>
                  <a:srgbClr val="10223A"/>
                </a:solidFill>
              </a:defRPr>
            </a:lvl3pPr>
            <a:lvl4pPr>
              <a:defRPr sz="2550" b="1">
                <a:solidFill>
                  <a:srgbClr val="10223A"/>
                </a:solidFill>
              </a:defRPr>
            </a:lvl4pPr>
            <a:lvl5pPr>
              <a:defRPr sz="2550" b="1">
                <a:solidFill>
                  <a:srgbClr val="10223A"/>
                </a:solidFill>
              </a:defRPr>
            </a:lvl5pPr>
            <a:lvl6pPr>
              <a:defRPr sz="2550" b="1">
                <a:solidFill>
                  <a:srgbClr val="10223A"/>
                </a:solidFill>
              </a:defRPr>
            </a:lvl6pPr>
            <a:lvl7pPr>
              <a:defRPr sz="2550" b="1">
                <a:solidFill>
                  <a:srgbClr val="10223A"/>
                </a:solidFill>
              </a:defRPr>
            </a:lvl7pPr>
            <a:lvl8pPr>
              <a:defRPr sz="2550" b="1">
                <a:solidFill>
                  <a:srgbClr val="10223A"/>
                </a:solidFill>
              </a:defRPr>
            </a:lvl8pPr>
            <a:lvl9pPr>
              <a:defRPr sz="2550" b="1">
                <a:solidFill>
                  <a:srgbClr val="10223A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0223A"/>
                </a:solidFill>
              </a:defRPr>
            </a:pPr>
            <a:r>
              <a:rPr sz="2550" b="1">
                <a:solidFill>
                  <a:srgbClr val="10223A"/>
                </a:solidFill>
              </a:rPr>
              <a:t>离线演示与验收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8A0FF7-70E9-41B1-8C15-B6CE73E3C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9650"/>
            <a:ext cx="1066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C7084"/>
                </a:solidFill>
              </a:defRPr>
            </a:defPPr>
            <a:lvl1pPr>
              <a:defRPr sz="1350" b="0">
                <a:solidFill>
                  <a:srgbClr val="5C7084"/>
                </a:solidFill>
              </a:defRPr>
            </a:lvl1pPr>
            <a:lvl2pPr>
              <a:defRPr sz="1350" b="0">
                <a:solidFill>
                  <a:srgbClr val="5C7084"/>
                </a:solidFill>
              </a:defRPr>
            </a:lvl2pPr>
            <a:lvl3pPr>
              <a:defRPr sz="1350" b="0">
                <a:solidFill>
                  <a:srgbClr val="5C7084"/>
                </a:solidFill>
              </a:defRPr>
            </a:lvl3pPr>
            <a:lvl4pPr>
              <a:defRPr sz="1350" b="0">
                <a:solidFill>
                  <a:srgbClr val="5C7084"/>
                </a:solidFill>
              </a:defRPr>
            </a:lvl4pPr>
            <a:lvl5pPr>
              <a:defRPr sz="1350" b="0">
                <a:solidFill>
                  <a:srgbClr val="5C7084"/>
                </a:solidFill>
              </a:defRPr>
            </a:lvl5pPr>
            <a:lvl6pPr>
              <a:defRPr sz="1350" b="0">
                <a:solidFill>
                  <a:srgbClr val="5C7084"/>
                </a:solidFill>
              </a:defRPr>
            </a:lvl6pPr>
            <a:lvl7pPr>
              <a:defRPr sz="1350" b="0">
                <a:solidFill>
                  <a:srgbClr val="5C7084"/>
                </a:solidFill>
              </a:defRPr>
            </a:lvl7pPr>
            <a:lvl8pPr>
              <a:defRPr sz="1350" b="0">
                <a:solidFill>
                  <a:srgbClr val="5C7084"/>
                </a:solidFill>
              </a:defRPr>
            </a:lvl8pPr>
            <a:lvl9pPr>
              <a:defRPr sz="1350" b="0">
                <a:solidFill>
                  <a:srgbClr val="5C7084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C7084"/>
                </a:solidFill>
              </a:defRPr>
            </a:pPr>
            <a:r>
              <a:rPr sz="1350" b="0">
                <a:solidFill>
                  <a:srgbClr val="5C7084"/>
                </a:solidFill>
              </a:rPr>
              <a:t>当前实现可在无公共平台依赖的环境中复现。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A067FD-FC5F-4225-9CB2-5CA69B70A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19850"/>
            <a:ext cx="11010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BB1A0F-F5DA-4AE3-974C-3AC18D3A5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86525"/>
            <a:ext cx="809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0">
                <a:solidFill>
                  <a:srgbClr val="5C7084"/>
                </a:solidFill>
              </a:defRPr>
            </a:defPPr>
            <a:lvl1pPr>
              <a:defRPr sz="825" b="0">
                <a:solidFill>
                  <a:srgbClr val="5C7084"/>
                </a:solidFill>
              </a:defRPr>
            </a:lvl1pPr>
            <a:lvl2pPr>
              <a:defRPr sz="825" b="0">
                <a:solidFill>
                  <a:srgbClr val="5C7084"/>
                </a:solidFill>
              </a:defRPr>
            </a:lvl2pPr>
            <a:lvl3pPr>
              <a:defRPr sz="825" b="0">
                <a:solidFill>
                  <a:srgbClr val="5C7084"/>
                </a:solidFill>
              </a:defRPr>
            </a:lvl3pPr>
            <a:lvl4pPr>
              <a:defRPr sz="825" b="0">
                <a:solidFill>
                  <a:srgbClr val="5C7084"/>
                </a:solidFill>
              </a:defRPr>
            </a:lvl4pPr>
            <a:lvl5pPr>
              <a:defRPr sz="825" b="0">
                <a:solidFill>
                  <a:srgbClr val="5C7084"/>
                </a:solidFill>
              </a:defRPr>
            </a:lvl5pPr>
            <a:lvl6pPr>
              <a:defRPr sz="825" b="0">
                <a:solidFill>
                  <a:srgbClr val="5C7084"/>
                </a:solidFill>
              </a:defRPr>
            </a:lvl6pPr>
            <a:lvl7pPr>
              <a:defRPr sz="825" b="0">
                <a:solidFill>
                  <a:srgbClr val="5C7084"/>
                </a:solidFill>
              </a:defRPr>
            </a:lvl7pPr>
            <a:lvl8pPr>
              <a:defRPr sz="825" b="0">
                <a:solidFill>
                  <a:srgbClr val="5C7084"/>
                </a:solidFill>
              </a:defRPr>
            </a:lvl8pPr>
            <a:lvl9pPr>
              <a:defRPr sz="825" b="0">
                <a:solidFill>
                  <a:srgbClr val="5C7084"/>
                </a:solidFill>
              </a:defRPr>
            </a:lvl9pPr>
          </a:lstStyle>
          <a:p xmlns:a="http://schemas.openxmlformats.org/drawingml/2006/main">
            <a:pPr>
              <a:defRPr sz="825" b="0">
                <a:solidFill>
                  <a:srgbClr val="5C7084"/>
                </a:solidFill>
              </a:defRPr>
            </a:pPr>
            <a:r>
              <a:rPr sz="825" b="0">
                <a:solidFill>
                  <a:srgbClr val="5C7084"/>
                </a:solidFill>
              </a:rPr>
              <a:t>DA MVP  |  仿真方案  |  2026-10-26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59CA67-DE9C-491B-89D7-3D8585B3C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0">
                <a:solidFill>
                  <a:srgbClr val="5C7084"/>
                </a:solidFill>
              </a:defRPr>
            </a:defPPr>
            <a:lvl1pPr>
              <a:defRPr sz="825" b="0">
                <a:solidFill>
                  <a:srgbClr val="5C7084"/>
                </a:solidFill>
              </a:defRPr>
            </a:lvl1pPr>
            <a:lvl2pPr>
              <a:defRPr sz="825" b="0">
                <a:solidFill>
                  <a:srgbClr val="5C7084"/>
                </a:solidFill>
              </a:defRPr>
            </a:lvl2pPr>
            <a:lvl3pPr>
              <a:defRPr sz="825" b="0">
                <a:solidFill>
                  <a:srgbClr val="5C7084"/>
                </a:solidFill>
              </a:defRPr>
            </a:lvl3pPr>
            <a:lvl4pPr>
              <a:defRPr sz="825" b="0">
                <a:solidFill>
                  <a:srgbClr val="5C7084"/>
                </a:solidFill>
              </a:defRPr>
            </a:lvl4pPr>
            <a:lvl5pPr>
              <a:defRPr sz="825" b="0">
                <a:solidFill>
                  <a:srgbClr val="5C7084"/>
                </a:solidFill>
              </a:defRPr>
            </a:lvl5pPr>
            <a:lvl6pPr>
              <a:defRPr sz="825" b="0">
                <a:solidFill>
                  <a:srgbClr val="5C7084"/>
                </a:solidFill>
              </a:defRPr>
            </a:lvl6pPr>
            <a:lvl7pPr>
              <a:defRPr sz="825" b="0">
                <a:solidFill>
                  <a:srgbClr val="5C7084"/>
                </a:solidFill>
              </a:defRPr>
            </a:lvl7pPr>
            <a:lvl8pPr>
              <a:defRPr sz="825" b="0">
                <a:solidFill>
                  <a:srgbClr val="5C7084"/>
                </a:solidFill>
              </a:defRPr>
            </a:lvl8pPr>
            <a:lvl9pPr>
              <a:defRPr sz="825" b="0">
                <a:solidFill>
                  <a:srgbClr val="5C7084"/>
                </a:solidFill>
              </a:defRPr>
            </a:lvl9pPr>
          </a:lstStyle>
          <a:p xmlns:a="http://schemas.openxmlformats.org/drawingml/2006/main">
            <a:pPr>
              <a:defRPr sz="825" b="0">
                <a:solidFill>
                  <a:srgbClr val="5C7084"/>
                </a:solidFill>
              </a:defRPr>
            </a:pPr>
            <a:r>
              <a:rPr sz="825" b="0">
                <a:solidFill>
                  <a:srgbClr val="5C7084"/>
                </a:solidFill>
              </a:rPr>
              <a:t>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1BA3F6-969A-434A-9B01-F61A549C8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5191125" cy="3257550"/>
          </a:xfrm>
          <a:prstGeom xmlns:a="http://schemas.openxmlformats.org/drawingml/2006/main" prst="roundRect">
            <a:avLst>
              <a:gd name="adj" fmla="val 2339"/>
            </a:avLst>
          </a:prstGeom>
          <a:solidFill xmlns:a="http://schemas.openxmlformats.org/drawingml/2006/main">
            <a:srgbClr val="EAF3FA"/>
          </a:solidFill>
          <a:ln xmlns:a="http://schemas.openxmlformats.org/drawingml/2006/main" w="9525">
            <a:solidFill>
              <a:srgbClr val="C8D7E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7600FA-EC06-4888-B5BA-A82E376B7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76200" cy="3257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5C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7FF9E2-5EC3-4E73-8C2C-4777BE6F6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62150"/>
            <a:ext cx="46958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0223A"/>
                </a:solidFill>
              </a:defRPr>
            </a:defPPr>
            <a:lvl1pPr>
              <a:defRPr sz="1800" b="1">
                <a:solidFill>
                  <a:srgbClr val="10223A"/>
                </a:solidFill>
              </a:defRPr>
            </a:lvl1pPr>
            <a:lvl2pPr>
              <a:defRPr sz="1800" b="1">
                <a:solidFill>
                  <a:srgbClr val="10223A"/>
                </a:solidFill>
              </a:defRPr>
            </a:lvl2pPr>
            <a:lvl3pPr>
              <a:defRPr sz="1800" b="1">
                <a:solidFill>
                  <a:srgbClr val="10223A"/>
                </a:solidFill>
              </a:defRPr>
            </a:lvl3pPr>
            <a:lvl4pPr>
              <a:defRPr sz="1800" b="1">
                <a:solidFill>
                  <a:srgbClr val="10223A"/>
                </a:solidFill>
              </a:defRPr>
            </a:lvl4pPr>
            <a:lvl5pPr>
              <a:defRPr sz="1800" b="1">
                <a:solidFill>
                  <a:srgbClr val="10223A"/>
                </a:solidFill>
              </a:defRPr>
            </a:lvl5pPr>
            <a:lvl6pPr>
              <a:defRPr sz="1800" b="1">
                <a:solidFill>
                  <a:srgbClr val="10223A"/>
                </a:solidFill>
              </a:defRPr>
            </a:lvl6pPr>
            <a:lvl7pPr>
              <a:defRPr sz="1800" b="1">
                <a:solidFill>
                  <a:srgbClr val="10223A"/>
                </a:solidFill>
              </a:defRPr>
            </a:lvl7pPr>
            <a:lvl8pPr>
              <a:defRPr sz="1800" b="1">
                <a:solidFill>
                  <a:srgbClr val="10223A"/>
                </a:solidFill>
              </a:defRPr>
            </a:lvl8pPr>
            <a:lvl9pPr>
              <a:defRPr sz="1800" b="1">
                <a:solidFill>
                  <a:srgbClr val="10223A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0223A"/>
                </a:solidFill>
              </a:defRPr>
            </a:pPr>
            <a:r>
              <a:rPr sz="1800" b="1">
                <a:solidFill>
                  <a:srgbClr val="10223A"/>
                </a:solidFill>
              </a:rPr>
              <a:t>演示顺序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9EA022-EC9D-4DFB-89E4-B109380E8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76500"/>
            <a:ext cx="4676775" cy="2419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182A3D"/>
                </a:solidFill>
              </a:defRPr>
            </a:defPPr>
            <a:lvl1pPr>
              <a:defRPr sz="1350" b="0">
                <a:solidFill>
                  <a:srgbClr val="182A3D"/>
                </a:solidFill>
              </a:defRPr>
            </a:lvl1pPr>
            <a:lvl2pPr>
              <a:defRPr sz="1350" b="0">
                <a:solidFill>
                  <a:srgbClr val="182A3D"/>
                </a:solidFill>
              </a:defRPr>
            </a:lvl2pPr>
            <a:lvl3pPr>
              <a:defRPr sz="1350" b="0">
                <a:solidFill>
                  <a:srgbClr val="182A3D"/>
                </a:solidFill>
              </a:defRPr>
            </a:lvl3pPr>
            <a:lvl4pPr>
              <a:defRPr sz="1350" b="0">
                <a:solidFill>
                  <a:srgbClr val="182A3D"/>
                </a:solidFill>
              </a:defRPr>
            </a:lvl4pPr>
            <a:lvl5pPr>
              <a:defRPr sz="1350" b="0">
                <a:solidFill>
                  <a:srgbClr val="182A3D"/>
                </a:solidFill>
              </a:defRPr>
            </a:lvl5pPr>
            <a:lvl6pPr>
              <a:defRPr sz="1350" b="0">
                <a:solidFill>
                  <a:srgbClr val="182A3D"/>
                </a:solidFill>
              </a:defRPr>
            </a:lvl6pPr>
            <a:lvl7pPr>
              <a:defRPr sz="1350" b="0">
                <a:solidFill>
                  <a:srgbClr val="182A3D"/>
                </a:solidFill>
              </a:defRPr>
            </a:lvl7pPr>
            <a:lvl8pPr>
              <a:defRPr sz="1350" b="0">
                <a:solidFill>
                  <a:srgbClr val="182A3D"/>
                </a:solidFill>
              </a:defRPr>
            </a:lvl8pPr>
            <a:lvl9pPr>
              <a:defRPr sz="1350" b="0">
                <a:solidFill>
                  <a:srgbClr val="182A3D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182A3D"/>
                </a:solidFill>
              </a:defRPr>
            </a:pPr>
            <a:r>
              <a:rPr sz="1350" b="0">
                <a:solidFill>
                  <a:srgbClr val="182A3D"/>
                </a:solidFill>
              </a:rPr>
              <a:t>1. 更快路线：18 → 15 分钟</a:t>
            </a:r>
          </a:p>
          <a:p xmlns:a="http://schemas.openxmlformats.org/drawingml/2006/main">
            <a:pPr>
              <a:defRPr sz="1350" b="0">
                <a:solidFill>
                  <a:srgbClr val="182A3D"/>
                </a:solidFill>
              </a:defRPr>
            </a:pPr>
            <a:r>
              <a:rPr sz="1350" b="0">
                <a:solidFill>
                  <a:srgbClr val="182A3D"/>
                </a:solidFill>
              </a:rPr>
              <a:t>2. 跟车距离：2 → 3 级</a:t>
            </a:r>
          </a:p>
          <a:p xmlns:a="http://schemas.openxmlformats.org/drawingml/2006/main">
            <a:pPr>
              <a:defRPr sz="1350" b="0">
                <a:solidFill>
                  <a:srgbClr val="182A3D"/>
                </a:solidFill>
              </a:defRPr>
            </a:pPr>
            <a:r>
              <a:rPr sz="1350" b="0">
                <a:solidFill>
                  <a:srgbClr val="182A3D"/>
                </a:solidFill>
              </a:rPr>
              <a:t>3. 注入紧急接管告警</a:t>
            </a:r>
          </a:p>
          <a:p xmlns:a="http://schemas.openxmlformats.org/drawingml/2006/main">
            <a:pPr>
              <a:defRPr sz="1350" b="0">
                <a:solidFill>
                  <a:srgbClr val="182A3D"/>
                </a:solidFill>
              </a:defRPr>
            </a:pPr>
            <a:r>
              <a:rPr sz="1350" b="0">
                <a:solidFill>
                  <a:srgbClr val="182A3D"/>
                </a:solidFill>
              </a:rPr>
              <a:t>4. 模糊话术触发追问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FEC2D1-F575-479C-96E0-5B2F88946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752600"/>
            <a:ext cx="5191125" cy="3257550"/>
          </a:xfrm>
          <a:prstGeom xmlns:a="http://schemas.openxmlformats.org/drawingml/2006/main" prst="roundRect">
            <a:avLst>
              <a:gd name="adj" fmla="val 2339"/>
            </a:avLst>
          </a:prstGeom>
          <a:solidFill xmlns:a="http://schemas.openxmlformats.org/drawingml/2006/main">
            <a:srgbClr val="EAF3FA"/>
          </a:solidFill>
          <a:ln xmlns:a="http://schemas.openxmlformats.org/drawingml/2006/main" w="9525">
            <a:solidFill>
              <a:srgbClr val="C8D7E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2F80C2-A864-4AB8-B275-4B8449507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752600"/>
            <a:ext cx="76200" cy="3257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85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43681D-8AF2-4E97-AF33-46BE755AC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962150"/>
            <a:ext cx="46958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0223A"/>
                </a:solidFill>
              </a:defRPr>
            </a:defPPr>
            <a:lvl1pPr>
              <a:defRPr sz="1800" b="1">
                <a:solidFill>
                  <a:srgbClr val="10223A"/>
                </a:solidFill>
              </a:defRPr>
            </a:lvl1pPr>
            <a:lvl2pPr>
              <a:defRPr sz="1800" b="1">
                <a:solidFill>
                  <a:srgbClr val="10223A"/>
                </a:solidFill>
              </a:defRPr>
            </a:lvl2pPr>
            <a:lvl3pPr>
              <a:defRPr sz="1800" b="1">
                <a:solidFill>
                  <a:srgbClr val="10223A"/>
                </a:solidFill>
              </a:defRPr>
            </a:lvl3pPr>
            <a:lvl4pPr>
              <a:defRPr sz="1800" b="1">
                <a:solidFill>
                  <a:srgbClr val="10223A"/>
                </a:solidFill>
              </a:defRPr>
            </a:lvl4pPr>
            <a:lvl5pPr>
              <a:defRPr sz="1800" b="1">
                <a:solidFill>
                  <a:srgbClr val="10223A"/>
                </a:solidFill>
              </a:defRPr>
            </a:lvl5pPr>
            <a:lvl6pPr>
              <a:defRPr sz="1800" b="1">
                <a:solidFill>
                  <a:srgbClr val="10223A"/>
                </a:solidFill>
              </a:defRPr>
            </a:lvl6pPr>
            <a:lvl7pPr>
              <a:defRPr sz="1800" b="1">
                <a:solidFill>
                  <a:srgbClr val="10223A"/>
                </a:solidFill>
              </a:defRPr>
            </a:lvl7pPr>
            <a:lvl8pPr>
              <a:defRPr sz="1800" b="1">
                <a:solidFill>
                  <a:srgbClr val="10223A"/>
                </a:solidFill>
              </a:defRPr>
            </a:lvl8pPr>
            <a:lvl9pPr>
              <a:defRPr sz="1800" b="1">
                <a:solidFill>
                  <a:srgbClr val="10223A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0223A"/>
                </a:solidFill>
              </a:defRPr>
            </a:pPr>
            <a:r>
              <a:rPr sz="1800" b="1">
                <a:solidFill>
                  <a:srgbClr val="10223A"/>
                </a:solidFill>
              </a:rPr>
              <a:t>验收观察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6BCDA9-92C2-4426-91F9-7FD89495D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476500"/>
            <a:ext cx="4676775" cy="2419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182A3D"/>
                </a:solidFill>
              </a:defRPr>
            </a:defPPr>
            <a:lvl1pPr>
              <a:defRPr sz="1350" b="0">
                <a:solidFill>
                  <a:srgbClr val="182A3D"/>
                </a:solidFill>
              </a:defRPr>
            </a:lvl1pPr>
            <a:lvl2pPr>
              <a:defRPr sz="1350" b="0">
                <a:solidFill>
                  <a:srgbClr val="182A3D"/>
                </a:solidFill>
              </a:defRPr>
            </a:lvl2pPr>
            <a:lvl3pPr>
              <a:defRPr sz="1350" b="0">
                <a:solidFill>
                  <a:srgbClr val="182A3D"/>
                </a:solidFill>
              </a:defRPr>
            </a:lvl3pPr>
            <a:lvl4pPr>
              <a:defRPr sz="1350" b="0">
                <a:solidFill>
                  <a:srgbClr val="182A3D"/>
                </a:solidFill>
              </a:defRPr>
            </a:lvl4pPr>
            <a:lvl5pPr>
              <a:defRPr sz="1350" b="0">
                <a:solidFill>
                  <a:srgbClr val="182A3D"/>
                </a:solidFill>
              </a:defRPr>
            </a:lvl5pPr>
            <a:lvl6pPr>
              <a:defRPr sz="1350" b="0">
                <a:solidFill>
                  <a:srgbClr val="182A3D"/>
                </a:solidFill>
              </a:defRPr>
            </a:lvl6pPr>
            <a:lvl7pPr>
              <a:defRPr sz="1350" b="0">
                <a:solidFill>
                  <a:srgbClr val="182A3D"/>
                </a:solidFill>
              </a:defRPr>
            </a:lvl7pPr>
            <a:lvl8pPr>
              <a:defRPr sz="1350" b="0">
                <a:solidFill>
                  <a:srgbClr val="182A3D"/>
                </a:solidFill>
              </a:defRPr>
            </a:lvl8pPr>
            <a:lvl9pPr>
              <a:defRPr sz="1350" b="0">
                <a:solidFill>
                  <a:srgbClr val="182A3D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182A3D"/>
                </a:solidFill>
              </a:defRPr>
            </a:pPr>
            <a:r>
              <a:rPr sz="1350" b="0">
                <a:solidFill>
                  <a:srgbClr val="182A3D"/>
                </a:solidFill>
              </a:rPr>
              <a:t>状态变更与回执一致</a:t>
            </a:r>
          </a:p>
          <a:p xmlns:a="http://schemas.openxmlformats.org/drawingml/2006/main">
            <a:pPr>
              <a:defRPr sz="1350" b="0">
                <a:solidFill>
                  <a:srgbClr val="182A3D"/>
                </a:solidFill>
              </a:defRPr>
            </a:pPr>
            <a:r>
              <a:rPr sz="1350" b="0">
                <a:solidFill>
                  <a:srgbClr val="182A3D"/>
                </a:solidFill>
              </a:rPr>
              <a:t>歧义和禁用意图不写入</a:t>
            </a:r>
          </a:p>
          <a:p xmlns:a="http://schemas.openxmlformats.org/drawingml/2006/main">
            <a:pPr>
              <a:defRPr sz="1350" b="0">
                <a:solidFill>
                  <a:srgbClr val="182A3D"/>
                </a:solidFill>
              </a:defRPr>
            </a:pPr>
            <a:r>
              <a:rPr sz="1350" b="0">
                <a:solidFill>
                  <a:srgbClr val="182A3D"/>
                </a:solidFill>
              </a:rPr>
              <a:t>网关拒绝不播报成功</a:t>
            </a:r>
          </a:p>
          <a:p xmlns:a="http://schemas.openxmlformats.org/drawingml/2006/main">
            <a:pPr>
              <a:defRPr sz="1350" b="0">
                <a:solidFill>
                  <a:srgbClr val="182A3D"/>
                </a:solidFill>
              </a:defRPr>
            </a:pPr>
            <a:r>
              <a:rPr sz="1350" b="0">
                <a:solidFill>
                  <a:srgbClr val="182A3D"/>
                </a:solidFill>
              </a:rPr>
              <a:t>状态过期时拒止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47824B9-3FF1-4210-B800-E9FB6F816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505450"/>
            <a:ext cx="10763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182A3D"/>
                </a:solidFill>
              </a:defRPr>
            </a:defPPr>
            <a:lvl1pPr>
              <a:defRPr sz="1425" b="0">
                <a:solidFill>
                  <a:srgbClr val="182A3D"/>
                </a:solidFill>
              </a:defRPr>
            </a:lvl1pPr>
            <a:lvl2pPr>
              <a:defRPr sz="1425" b="0">
                <a:solidFill>
                  <a:srgbClr val="182A3D"/>
                </a:solidFill>
              </a:defRPr>
            </a:lvl2pPr>
            <a:lvl3pPr>
              <a:defRPr sz="1425" b="0">
                <a:solidFill>
                  <a:srgbClr val="182A3D"/>
                </a:solidFill>
              </a:defRPr>
            </a:lvl3pPr>
            <a:lvl4pPr>
              <a:defRPr sz="1425" b="0">
                <a:solidFill>
                  <a:srgbClr val="182A3D"/>
                </a:solidFill>
              </a:defRPr>
            </a:lvl4pPr>
            <a:lvl5pPr>
              <a:defRPr sz="1425" b="0">
                <a:solidFill>
                  <a:srgbClr val="182A3D"/>
                </a:solidFill>
              </a:defRPr>
            </a:lvl5pPr>
            <a:lvl6pPr>
              <a:defRPr sz="1425" b="0">
                <a:solidFill>
                  <a:srgbClr val="182A3D"/>
                </a:solidFill>
              </a:defRPr>
            </a:lvl6pPr>
            <a:lvl7pPr>
              <a:defRPr sz="1425" b="0">
                <a:solidFill>
                  <a:srgbClr val="182A3D"/>
                </a:solidFill>
              </a:defRPr>
            </a:lvl7pPr>
            <a:lvl8pPr>
              <a:defRPr sz="1425" b="0">
                <a:solidFill>
                  <a:srgbClr val="182A3D"/>
                </a:solidFill>
              </a:defRPr>
            </a:lvl8pPr>
            <a:lvl9pPr>
              <a:defRPr sz="1425" b="0">
                <a:solidFill>
                  <a:srgbClr val="182A3D"/>
                </a:solidFill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182A3D"/>
                </a:solidFill>
              </a:defRPr>
            </a:pPr>
            <a:r>
              <a:rPr sz="1425" b="0">
                <a:solidFill>
                  <a:srgbClr val="182A3D"/>
                </a:solidFill>
              </a:rPr>
              <a:t>运行：python -m da_mvp.demo       测试：python -m unittest discover -s tests -v</a:t>
            </a:r>
          </a:p>
        </p:txBody>
      </p:sp>
    </p:spTree>
    <p:extLst>
      <p:ext uri="{BB962C8B-B14F-4D97-AF65-F5344CB8AC3E}">
        <p14:creationId xmlns:p14="http://schemas.microsoft.com/office/powerpoint/2010/main" val="75721837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C80A60-42DA-43D0-AFE4-7C462CE4C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5C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91CAF7-0DD6-477E-8C32-6C3A82049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1000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0223A"/>
                </a:solidFill>
              </a:defRPr>
            </a:defPPr>
            <a:lvl1pPr>
              <a:defRPr sz="2550" b="1">
                <a:solidFill>
                  <a:srgbClr val="10223A"/>
                </a:solidFill>
              </a:defRPr>
            </a:lvl1pPr>
            <a:lvl2pPr>
              <a:defRPr sz="2550" b="1">
                <a:solidFill>
                  <a:srgbClr val="10223A"/>
                </a:solidFill>
              </a:defRPr>
            </a:lvl2pPr>
            <a:lvl3pPr>
              <a:defRPr sz="2550" b="1">
                <a:solidFill>
                  <a:srgbClr val="10223A"/>
                </a:solidFill>
              </a:defRPr>
            </a:lvl3pPr>
            <a:lvl4pPr>
              <a:defRPr sz="2550" b="1">
                <a:solidFill>
                  <a:srgbClr val="10223A"/>
                </a:solidFill>
              </a:defRPr>
            </a:lvl4pPr>
            <a:lvl5pPr>
              <a:defRPr sz="2550" b="1">
                <a:solidFill>
                  <a:srgbClr val="10223A"/>
                </a:solidFill>
              </a:defRPr>
            </a:lvl5pPr>
            <a:lvl6pPr>
              <a:defRPr sz="2550" b="1">
                <a:solidFill>
                  <a:srgbClr val="10223A"/>
                </a:solidFill>
              </a:defRPr>
            </a:lvl6pPr>
            <a:lvl7pPr>
              <a:defRPr sz="2550" b="1">
                <a:solidFill>
                  <a:srgbClr val="10223A"/>
                </a:solidFill>
              </a:defRPr>
            </a:lvl7pPr>
            <a:lvl8pPr>
              <a:defRPr sz="2550" b="1">
                <a:solidFill>
                  <a:srgbClr val="10223A"/>
                </a:solidFill>
              </a:defRPr>
            </a:lvl8pPr>
            <a:lvl9pPr>
              <a:defRPr sz="2550" b="1">
                <a:solidFill>
                  <a:srgbClr val="10223A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0223A"/>
                </a:solidFill>
              </a:defRPr>
            </a:pPr>
            <a:r>
              <a:rPr sz="2550" b="1">
                <a:solidFill>
                  <a:srgbClr val="10223A"/>
                </a:solidFill>
              </a:rPr>
              <a:t>交付状态与下一步对接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35C789-38DE-4849-A3AB-C57FE79BA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9650"/>
            <a:ext cx="1066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C7084"/>
                </a:solidFill>
              </a:defRPr>
            </a:defPPr>
            <a:lvl1pPr>
              <a:defRPr sz="1350" b="0">
                <a:solidFill>
                  <a:srgbClr val="5C7084"/>
                </a:solidFill>
              </a:defRPr>
            </a:lvl1pPr>
            <a:lvl2pPr>
              <a:defRPr sz="1350" b="0">
                <a:solidFill>
                  <a:srgbClr val="5C7084"/>
                </a:solidFill>
              </a:defRPr>
            </a:lvl2pPr>
            <a:lvl3pPr>
              <a:defRPr sz="1350" b="0">
                <a:solidFill>
                  <a:srgbClr val="5C7084"/>
                </a:solidFill>
              </a:defRPr>
            </a:lvl3pPr>
            <a:lvl4pPr>
              <a:defRPr sz="1350" b="0">
                <a:solidFill>
                  <a:srgbClr val="5C7084"/>
                </a:solidFill>
              </a:defRPr>
            </a:lvl4pPr>
            <a:lvl5pPr>
              <a:defRPr sz="1350" b="0">
                <a:solidFill>
                  <a:srgbClr val="5C7084"/>
                </a:solidFill>
              </a:defRPr>
            </a:lvl5pPr>
            <a:lvl6pPr>
              <a:defRPr sz="1350" b="0">
                <a:solidFill>
                  <a:srgbClr val="5C7084"/>
                </a:solidFill>
              </a:defRPr>
            </a:lvl6pPr>
            <a:lvl7pPr>
              <a:defRPr sz="1350" b="0">
                <a:solidFill>
                  <a:srgbClr val="5C7084"/>
                </a:solidFill>
              </a:defRPr>
            </a:lvl7pPr>
            <a:lvl8pPr>
              <a:defRPr sz="1350" b="0">
                <a:solidFill>
                  <a:srgbClr val="5C7084"/>
                </a:solidFill>
              </a:defRPr>
            </a:lvl8pPr>
            <a:lvl9pPr>
              <a:defRPr sz="1350" b="0">
                <a:solidFill>
                  <a:srgbClr val="5C7084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C7084"/>
                </a:solidFill>
              </a:defRPr>
            </a:pPr>
            <a:r>
              <a:rPr sz="1350" b="0">
                <a:solidFill>
                  <a:srgbClr val="5C7084"/>
                </a:solidFill>
              </a:rPr>
              <a:t>当前交付是 DA 领域逻辑与离线仿真，不宣称已接入实车或公共平台。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BC4EC8-E911-4607-9307-8D970D352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19850"/>
            <a:ext cx="11010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530742-D5D9-4F34-B87A-2C7D3F6D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86525"/>
            <a:ext cx="809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0">
                <a:solidFill>
                  <a:srgbClr val="5C7084"/>
                </a:solidFill>
              </a:defRPr>
            </a:defPPr>
            <a:lvl1pPr>
              <a:defRPr sz="825" b="0">
                <a:solidFill>
                  <a:srgbClr val="5C7084"/>
                </a:solidFill>
              </a:defRPr>
            </a:lvl1pPr>
            <a:lvl2pPr>
              <a:defRPr sz="825" b="0">
                <a:solidFill>
                  <a:srgbClr val="5C7084"/>
                </a:solidFill>
              </a:defRPr>
            </a:lvl2pPr>
            <a:lvl3pPr>
              <a:defRPr sz="825" b="0">
                <a:solidFill>
                  <a:srgbClr val="5C7084"/>
                </a:solidFill>
              </a:defRPr>
            </a:lvl3pPr>
            <a:lvl4pPr>
              <a:defRPr sz="825" b="0">
                <a:solidFill>
                  <a:srgbClr val="5C7084"/>
                </a:solidFill>
              </a:defRPr>
            </a:lvl4pPr>
            <a:lvl5pPr>
              <a:defRPr sz="825" b="0">
                <a:solidFill>
                  <a:srgbClr val="5C7084"/>
                </a:solidFill>
              </a:defRPr>
            </a:lvl5pPr>
            <a:lvl6pPr>
              <a:defRPr sz="825" b="0">
                <a:solidFill>
                  <a:srgbClr val="5C7084"/>
                </a:solidFill>
              </a:defRPr>
            </a:lvl6pPr>
            <a:lvl7pPr>
              <a:defRPr sz="825" b="0">
                <a:solidFill>
                  <a:srgbClr val="5C7084"/>
                </a:solidFill>
              </a:defRPr>
            </a:lvl7pPr>
            <a:lvl8pPr>
              <a:defRPr sz="825" b="0">
                <a:solidFill>
                  <a:srgbClr val="5C7084"/>
                </a:solidFill>
              </a:defRPr>
            </a:lvl8pPr>
            <a:lvl9pPr>
              <a:defRPr sz="825" b="0">
                <a:solidFill>
                  <a:srgbClr val="5C7084"/>
                </a:solidFill>
              </a:defRPr>
            </a:lvl9pPr>
          </a:lstStyle>
          <a:p xmlns:a="http://schemas.openxmlformats.org/drawingml/2006/main">
            <a:pPr>
              <a:defRPr sz="825" b="0">
                <a:solidFill>
                  <a:srgbClr val="5C7084"/>
                </a:solidFill>
              </a:defRPr>
            </a:pPr>
            <a:r>
              <a:rPr sz="825" b="0">
                <a:solidFill>
                  <a:srgbClr val="5C7084"/>
                </a:solidFill>
              </a:rPr>
              <a:t>DA MVP  |  仿真方案  |  2026-10-26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B07192-02CE-4F5D-8936-48EBBED84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0">
                <a:solidFill>
                  <a:srgbClr val="5C7084"/>
                </a:solidFill>
              </a:defRPr>
            </a:defPPr>
            <a:lvl1pPr>
              <a:defRPr sz="825" b="0">
                <a:solidFill>
                  <a:srgbClr val="5C7084"/>
                </a:solidFill>
              </a:defRPr>
            </a:lvl1pPr>
            <a:lvl2pPr>
              <a:defRPr sz="825" b="0">
                <a:solidFill>
                  <a:srgbClr val="5C7084"/>
                </a:solidFill>
              </a:defRPr>
            </a:lvl2pPr>
            <a:lvl3pPr>
              <a:defRPr sz="825" b="0">
                <a:solidFill>
                  <a:srgbClr val="5C7084"/>
                </a:solidFill>
              </a:defRPr>
            </a:lvl3pPr>
            <a:lvl4pPr>
              <a:defRPr sz="825" b="0">
                <a:solidFill>
                  <a:srgbClr val="5C7084"/>
                </a:solidFill>
              </a:defRPr>
            </a:lvl4pPr>
            <a:lvl5pPr>
              <a:defRPr sz="825" b="0">
                <a:solidFill>
                  <a:srgbClr val="5C7084"/>
                </a:solidFill>
              </a:defRPr>
            </a:lvl5pPr>
            <a:lvl6pPr>
              <a:defRPr sz="825" b="0">
                <a:solidFill>
                  <a:srgbClr val="5C7084"/>
                </a:solidFill>
              </a:defRPr>
            </a:lvl6pPr>
            <a:lvl7pPr>
              <a:defRPr sz="825" b="0">
                <a:solidFill>
                  <a:srgbClr val="5C7084"/>
                </a:solidFill>
              </a:defRPr>
            </a:lvl7pPr>
            <a:lvl8pPr>
              <a:defRPr sz="825" b="0">
                <a:solidFill>
                  <a:srgbClr val="5C7084"/>
                </a:solidFill>
              </a:defRPr>
            </a:lvl8pPr>
            <a:lvl9pPr>
              <a:defRPr sz="825" b="0">
                <a:solidFill>
                  <a:srgbClr val="5C7084"/>
                </a:solidFill>
              </a:defRPr>
            </a:lvl9pPr>
          </a:lstStyle>
          <a:p xmlns:a="http://schemas.openxmlformats.org/drawingml/2006/main">
            <a:pPr>
              <a:defRPr sz="825" b="0">
                <a:solidFill>
                  <a:srgbClr val="5C7084"/>
                </a:solidFill>
              </a:defRPr>
            </a:pPr>
            <a:r>
              <a:rPr sz="825" b="0">
                <a:solidFill>
                  <a:srgbClr val="5C7084"/>
                </a:solidFill>
              </a:rPr>
              <a:t>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26FD2A-B8D3-46A8-B3A1-46A6045A9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62125"/>
            <a:ext cx="5191125" cy="3476625"/>
          </a:xfrm>
          <a:prstGeom xmlns:a="http://schemas.openxmlformats.org/drawingml/2006/main" prst="roundRect">
            <a:avLst>
              <a:gd name="adj" fmla="val 2192"/>
            </a:avLst>
          </a:prstGeom>
          <a:solidFill xmlns:a="http://schemas.openxmlformats.org/drawingml/2006/main">
            <a:srgbClr val="EAF3FA"/>
          </a:solidFill>
          <a:ln xmlns:a="http://schemas.openxmlformats.org/drawingml/2006/main" w="9525">
            <a:solidFill>
              <a:srgbClr val="C8D7E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6AD818-9458-4BF6-A167-8ACB63614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62125"/>
            <a:ext cx="76200" cy="3476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85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A226E1-E4D0-400B-AABE-9290448AD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71675"/>
            <a:ext cx="46958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0223A"/>
                </a:solidFill>
              </a:defRPr>
            </a:defPPr>
            <a:lvl1pPr>
              <a:defRPr sz="1800" b="1">
                <a:solidFill>
                  <a:srgbClr val="10223A"/>
                </a:solidFill>
              </a:defRPr>
            </a:lvl1pPr>
            <a:lvl2pPr>
              <a:defRPr sz="1800" b="1">
                <a:solidFill>
                  <a:srgbClr val="10223A"/>
                </a:solidFill>
              </a:defRPr>
            </a:lvl2pPr>
            <a:lvl3pPr>
              <a:defRPr sz="1800" b="1">
                <a:solidFill>
                  <a:srgbClr val="10223A"/>
                </a:solidFill>
              </a:defRPr>
            </a:lvl3pPr>
            <a:lvl4pPr>
              <a:defRPr sz="1800" b="1">
                <a:solidFill>
                  <a:srgbClr val="10223A"/>
                </a:solidFill>
              </a:defRPr>
            </a:lvl4pPr>
            <a:lvl5pPr>
              <a:defRPr sz="1800" b="1">
                <a:solidFill>
                  <a:srgbClr val="10223A"/>
                </a:solidFill>
              </a:defRPr>
            </a:lvl5pPr>
            <a:lvl6pPr>
              <a:defRPr sz="1800" b="1">
                <a:solidFill>
                  <a:srgbClr val="10223A"/>
                </a:solidFill>
              </a:defRPr>
            </a:lvl6pPr>
            <a:lvl7pPr>
              <a:defRPr sz="1800" b="1">
                <a:solidFill>
                  <a:srgbClr val="10223A"/>
                </a:solidFill>
              </a:defRPr>
            </a:lvl7pPr>
            <a:lvl8pPr>
              <a:defRPr sz="1800" b="1">
                <a:solidFill>
                  <a:srgbClr val="10223A"/>
                </a:solidFill>
              </a:defRPr>
            </a:lvl8pPr>
            <a:lvl9pPr>
              <a:defRPr sz="1800" b="1">
                <a:solidFill>
                  <a:srgbClr val="10223A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0223A"/>
                </a:solidFill>
              </a:defRPr>
            </a:pPr>
            <a:r>
              <a:rPr sz="1800" b="1">
                <a:solidFill>
                  <a:srgbClr val="10223A"/>
                </a:solidFill>
              </a:rPr>
              <a:t>已完成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1BFEBD-6D88-4B38-9E2E-1F10E685A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86025"/>
            <a:ext cx="4676775" cy="2638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182A3D"/>
                </a:solidFill>
              </a:defRPr>
            </a:defPPr>
            <a:lvl1pPr>
              <a:defRPr sz="1350" b="0">
                <a:solidFill>
                  <a:srgbClr val="182A3D"/>
                </a:solidFill>
              </a:defRPr>
            </a:lvl1pPr>
            <a:lvl2pPr>
              <a:defRPr sz="1350" b="0">
                <a:solidFill>
                  <a:srgbClr val="182A3D"/>
                </a:solidFill>
              </a:defRPr>
            </a:lvl2pPr>
            <a:lvl3pPr>
              <a:defRPr sz="1350" b="0">
                <a:solidFill>
                  <a:srgbClr val="182A3D"/>
                </a:solidFill>
              </a:defRPr>
            </a:lvl3pPr>
            <a:lvl4pPr>
              <a:defRPr sz="1350" b="0">
                <a:solidFill>
                  <a:srgbClr val="182A3D"/>
                </a:solidFill>
              </a:defRPr>
            </a:lvl4pPr>
            <a:lvl5pPr>
              <a:defRPr sz="1350" b="0">
                <a:solidFill>
                  <a:srgbClr val="182A3D"/>
                </a:solidFill>
              </a:defRPr>
            </a:lvl5pPr>
            <a:lvl6pPr>
              <a:defRPr sz="1350" b="0">
                <a:solidFill>
                  <a:srgbClr val="182A3D"/>
                </a:solidFill>
              </a:defRPr>
            </a:lvl6pPr>
            <a:lvl7pPr>
              <a:defRPr sz="1350" b="0">
                <a:solidFill>
                  <a:srgbClr val="182A3D"/>
                </a:solidFill>
              </a:defRPr>
            </a:lvl7pPr>
            <a:lvl8pPr>
              <a:defRPr sz="1350" b="0">
                <a:solidFill>
                  <a:srgbClr val="182A3D"/>
                </a:solidFill>
              </a:defRPr>
            </a:lvl8pPr>
            <a:lvl9pPr>
              <a:defRPr sz="1350" b="0">
                <a:solidFill>
                  <a:srgbClr val="182A3D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182A3D"/>
                </a:solidFill>
              </a:defRPr>
            </a:pPr>
            <a:r>
              <a:rPr sz="1350" b="0">
                <a:solidFill>
                  <a:srgbClr val="182A3D"/>
                </a:solidFill>
              </a:rPr>
              <a:t>重整产品、接口、安全、实施文档</a:t>
            </a:r>
          </a:p>
          <a:p xmlns:a="http://schemas.openxmlformats.org/drawingml/2006/main">
            <a:pPr>
              <a:defRPr sz="1350" b="0">
                <a:solidFill>
                  <a:srgbClr val="182A3D"/>
                </a:solidFill>
              </a:defRPr>
            </a:pPr>
            <a:r>
              <a:rPr sz="1350" b="0">
                <a:solidFill>
                  <a:srgbClr val="182A3D"/>
                </a:solidFill>
              </a:rPr>
              <a:t>可编辑 DA MVP 演示稿</a:t>
            </a:r>
          </a:p>
          <a:p xmlns:a="http://schemas.openxmlformats.org/drawingml/2006/main">
            <a:pPr>
              <a:defRPr sz="1350" b="0">
                <a:solidFill>
                  <a:srgbClr val="182A3D"/>
                </a:solidFill>
              </a:defRPr>
            </a:pPr>
            <a:r>
              <a:rPr sz="1350" b="0">
                <a:solidFill>
                  <a:srgbClr val="182A3D"/>
                </a:solidFill>
              </a:rPr>
              <a:t>DA 领域逻辑 + 内存仿真网关</a:t>
            </a:r>
          </a:p>
          <a:p xmlns:a="http://schemas.openxmlformats.org/drawingml/2006/main">
            <a:pPr>
              <a:defRPr sz="1350" b="0">
                <a:solidFill>
                  <a:srgbClr val="182A3D"/>
                </a:solidFill>
              </a:defRPr>
            </a:pPr>
            <a:r>
              <a:rPr sz="1350" b="0">
                <a:solidFill>
                  <a:srgbClr val="182A3D"/>
                </a:solidFill>
              </a:rPr>
              <a:t>离线冒烟与安全分支测试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EBE6D8-8155-423E-A3E1-97D7FCA8D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762125"/>
            <a:ext cx="5191125" cy="3476625"/>
          </a:xfrm>
          <a:prstGeom xmlns:a="http://schemas.openxmlformats.org/drawingml/2006/main" prst="roundRect">
            <a:avLst>
              <a:gd name="adj" fmla="val 2192"/>
            </a:avLst>
          </a:prstGeom>
          <a:solidFill xmlns:a="http://schemas.openxmlformats.org/drawingml/2006/main">
            <a:srgbClr val="EAF3FA"/>
          </a:solidFill>
          <a:ln xmlns:a="http://schemas.openxmlformats.org/drawingml/2006/main" w="9525">
            <a:solidFill>
              <a:srgbClr val="C8D7E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4C80E4-711C-4708-8DC3-C3DF98A3D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762125"/>
            <a:ext cx="76200" cy="3476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67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2DF0A6-6CD8-4BD4-B512-18E0E06EC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971675"/>
            <a:ext cx="46958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0223A"/>
                </a:solidFill>
              </a:defRPr>
            </a:defPPr>
            <a:lvl1pPr>
              <a:defRPr sz="1800" b="1">
                <a:solidFill>
                  <a:srgbClr val="10223A"/>
                </a:solidFill>
              </a:defRPr>
            </a:lvl1pPr>
            <a:lvl2pPr>
              <a:defRPr sz="1800" b="1">
                <a:solidFill>
                  <a:srgbClr val="10223A"/>
                </a:solidFill>
              </a:defRPr>
            </a:lvl2pPr>
            <a:lvl3pPr>
              <a:defRPr sz="1800" b="1">
                <a:solidFill>
                  <a:srgbClr val="10223A"/>
                </a:solidFill>
              </a:defRPr>
            </a:lvl3pPr>
            <a:lvl4pPr>
              <a:defRPr sz="1800" b="1">
                <a:solidFill>
                  <a:srgbClr val="10223A"/>
                </a:solidFill>
              </a:defRPr>
            </a:lvl4pPr>
            <a:lvl5pPr>
              <a:defRPr sz="1800" b="1">
                <a:solidFill>
                  <a:srgbClr val="10223A"/>
                </a:solidFill>
              </a:defRPr>
            </a:lvl5pPr>
            <a:lvl6pPr>
              <a:defRPr sz="1800" b="1">
                <a:solidFill>
                  <a:srgbClr val="10223A"/>
                </a:solidFill>
              </a:defRPr>
            </a:lvl6pPr>
            <a:lvl7pPr>
              <a:defRPr sz="1800" b="1">
                <a:solidFill>
                  <a:srgbClr val="10223A"/>
                </a:solidFill>
              </a:defRPr>
            </a:lvl7pPr>
            <a:lvl8pPr>
              <a:defRPr sz="1800" b="1">
                <a:solidFill>
                  <a:srgbClr val="10223A"/>
                </a:solidFill>
              </a:defRPr>
            </a:lvl8pPr>
            <a:lvl9pPr>
              <a:defRPr sz="1800" b="1">
                <a:solidFill>
                  <a:srgbClr val="10223A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0223A"/>
                </a:solidFill>
              </a:defRPr>
            </a:pPr>
            <a:r>
              <a:rPr sz="1800" b="1">
                <a:solidFill>
                  <a:srgbClr val="10223A"/>
                </a:solidFill>
              </a:rPr>
              <a:t>待公共平台提供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349982-8FBB-48C7-8FAC-AE3D8E087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486025"/>
            <a:ext cx="4676775" cy="2638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182A3D"/>
                </a:solidFill>
              </a:defRPr>
            </a:defPPr>
            <a:lvl1pPr>
              <a:defRPr sz="1350" b="0">
                <a:solidFill>
                  <a:srgbClr val="182A3D"/>
                </a:solidFill>
              </a:defRPr>
            </a:lvl1pPr>
            <a:lvl2pPr>
              <a:defRPr sz="1350" b="0">
                <a:solidFill>
                  <a:srgbClr val="182A3D"/>
                </a:solidFill>
              </a:defRPr>
            </a:lvl2pPr>
            <a:lvl3pPr>
              <a:defRPr sz="1350" b="0">
                <a:solidFill>
                  <a:srgbClr val="182A3D"/>
                </a:solidFill>
              </a:defRPr>
            </a:lvl3pPr>
            <a:lvl4pPr>
              <a:defRPr sz="1350" b="0">
                <a:solidFill>
                  <a:srgbClr val="182A3D"/>
                </a:solidFill>
              </a:defRPr>
            </a:lvl4pPr>
            <a:lvl5pPr>
              <a:defRPr sz="1350" b="0">
                <a:solidFill>
                  <a:srgbClr val="182A3D"/>
                </a:solidFill>
              </a:defRPr>
            </a:lvl5pPr>
            <a:lvl6pPr>
              <a:defRPr sz="1350" b="0">
                <a:solidFill>
                  <a:srgbClr val="182A3D"/>
                </a:solidFill>
              </a:defRPr>
            </a:lvl6pPr>
            <a:lvl7pPr>
              <a:defRPr sz="1350" b="0">
                <a:solidFill>
                  <a:srgbClr val="182A3D"/>
                </a:solidFill>
              </a:defRPr>
            </a:lvl7pPr>
            <a:lvl8pPr>
              <a:defRPr sz="1350" b="0">
                <a:solidFill>
                  <a:srgbClr val="182A3D"/>
                </a:solidFill>
              </a:defRPr>
            </a:lvl8pPr>
            <a:lvl9pPr>
              <a:defRPr sz="1350" b="0">
                <a:solidFill>
                  <a:srgbClr val="182A3D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182A3D"/>
                </a:solidFill>
              </a:defRPr>
            </a:pPr>
            <a:r>
              <a:rPr sz="1350" b="0">
                <a:solidFill>
                  <a:srgbClr val="182A3D"/>
                </a:solidFill>
              </a:rPr>
              <a:t>MQTT topic 与 JSON Schema 版本</a:t>
            </a:r>
          </a:p>
          <a:p xmlns:a="http://schemas.openxmlformats.org/drawingml/2006/main">
            <a:pPr>
              <a:defRPr sz="1350" b="0">
                <a:solidFill>
                  <a:srgbClr val="182A3D"/>
                </a:solidFill>
              </a:defRPr>
            </a:pPr>
            <a:r>
              <a:rPr sz="1350" b="0">
                <a:solidFill>
                  <a:srgbClr val="182A3D"/>
                </a:solidFill>
              </a:rPr>
              <a:t>身份/授权与执行回执契约</a:t>
            </a:r>
          </a:p>
          <a:p xmlns:a="http://schemas.openxmlformats.org/drawingml/2006/main">
            <a:pPr>
              <a:defRPr sz="1350" b="0">
                <a:solidFill>
                  <a:srgbClr val="182A3D"/>
                </a:solidFill>
              </a:defRPr>
            </a:pPr>
            <a:r>
              <a:rPr sz="1350" b="0">
                <a:solidFill>
                  <a:srgbClr val="182A3D"/>
                </a:solidFill>
              </a:rPr>
              <a:t>ADAS 事件码及状态字段映射</a:t>
            </a:r>
          </a:p>
          <a:p xmlns:a="http://schemas.openxmlformats.org/drawingml/2006/main">
            <a:pPr>
              <a:defRPr sz="1350" b="0">
                <a:solidFill>
                  <a:srgbClr val="182A3D"/>
                </a:solidFill>
              </a:defRPr>
            </a:pPr>
            <a:r>
              <a:rPr sz="1350" b="0">
                <a:solidFill>
                  <a:srgbClr val="182A3D"/>
                </a:solidFill>
              </a:rPr>
              <a:t>真实导航候选路线与超时策略</a:t>
            </a:r>
          </a:p>
        </p:txBody>
      </p:sp>
    </p:spTree>
    <p:extLst>
      <p:ext uri="{BB962C8B-B14F-4D97-AF65-F5344CB8AC3E}">
        <p14:creationId xmlns:p14="http://schemas.microsoft.com/office/powerpoint/2010/main" val="10945606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2026-10-26T08:39:19.4580000Z</dcterms:created>
  <dcterms:modified xsi:type="dcterms:W3CDTF">2026-10-26T08:39:19.4580000Z</dcterms:modified>
</coreProperties>
</file>